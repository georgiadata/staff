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7C00"/>
    <a:srgbClr val="809542"/>
    <a:srgbClr val="546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62"/>
    <p:restoredTop sz="94665"/>
  </p:normalViewPr>
  <p:slideViewPr>
    <p:cSldViewPr snapToGrid="0" snapToObjects="1">
      <p:cViewPr varScale="1">
        <p:scale>
          <a:sx n="113" d="100"/>
          <a:sy n="113" d="100"/>
        </p:scale>
        <p:origin x="132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21B9C-3FE1-A545-8E49-88F329651DCC}" type="datetimeFigureOut">
              <a:rPr lang="en-US" smtClean="0"/>
              <a:t>8/2/2019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CFB62-8E88-6F4D-85EB-53C35FAA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9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9CFB62-8E88-6F4D-85EB-53C35FAA8B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6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alphaModFix amt="14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1847694"/>
            <a:ext cx="9144000" cy="1306286"/>
          </a:xfrm>
          <a:prstGeom prst="rect">
            <a:avLst/>
          </a:prstGeom>
          <a:solidFill>
            <a:srgbClr val="817C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2174474"/>
            <a:ext cx="6858000" cy="757237"/>
          </a:xfrm>
        </p:spPr>
        <p:txBody>
          <a:bodyPr anchor="b"/>
          <a:lstStyle>
            <a:lvl1pPr algn="ctr">
              <a:defRPr sz="6000" baseline="0">
                <a:solidFill>
                  <a:schemeClr val="bg1"/>
                </a:solidFill>
                <a:latin typeface="Garamond" charset="0"/>
                <a:ea typeface="Garamond" charset="0"/>
                <a:cs typeface="Garamond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44385"/>
            <a:ext cx="6858000" cy="401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11/15/17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</a:t>
            </a:r>
          </a:p>
        </p:txBody>
      </p:sp>
      <p:pic>
        <p:nvPicPr>
          <p:cNvPr id="1026" name="Picture 2" descr="C:\Users\bchambers\Documents\Files\GSPHS\Logos\Logos\GSPHS Corporate Logos\GSPHS Logos\eps files.eps\GSPHS-Color-corp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583" y="150084"/>
            <a:ext cx="4649248" cy="160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00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9862"/>
            <a:ext cx="9144000" cy="878459"/>
          </a:xfrm>
          <a:prstGeom prst="rect">
            <a:avLst/>
          </a:prstGeom>
          <a:solidFill>
            <a:srgbClr val="817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39968"/>
            <a:ext cx="7886700" cy="5230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628650" y="215206"/>
            <a:ext cx="7886700" cy="6936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39968"/>
            <a:ext cx="3886200" cy="5230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39968"/>
            <a:ext cx="3886200" cy="5230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129862"/>
            <a:ext cx="9144000" cy="878459"/>
          </a:xfrm>
          <a:prstGeom prst="rect">
            <a:avLst/>
          </a:prstGeom>
          <a:solidFill>
            <a:srgbClr val="817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628650" y="215206"/>
            <a:ext cx="7886700" cy="6936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047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 bright="70000" contrast="-7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11/15/17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D3187-7417-4145-BE89-FAFE29810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6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74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0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62897"/>
      </p:ext>
    </p:extLst>
  </p:cSld>
  <p:clrMapOvr>
    <a:masterClrMapping/>
  </p:clrMapOvr>
</p:sld>
</file>

<file path=ppt/theme/theme1.xml><?xml version="1.0" encoding="utf-8"?>
<a:theme xmlns:a="http://schemas.openxmlformats.org/drawingml/2006/main" name="DNR_Mountains">
  <a:themeElements>
    <a:clrScheme name="GADN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4612B"/>
      </a:accent1>
      <a:accent2>
        <a:srgbClr val="96AE4D"/>
      </a:accent2>
      <a:accent3>
        <a:srgbClr val="737B5B"/>
      </a:accent3>
      <a:accent4>
        <a:srgbClr val="A3AE81"/>
      </a:accent4>
      <a:accent5>
        <a:srgbClr val="D7FB6E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NR_Mountains" id="{3AFF41A6-11D7-F74C-A05A-DF5E787CFDE3}" vid="{69CCE5FD-CD8B-BA4E-9ED6-E52B331D0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DNR_Mountains</Template>
  <TotalTime>27</TotalTime>
  <Words>4</Words>
  <Application>Microsoft Office PowerPoint</Application>
  <PresentationFormat>On-screen Show (4:3)</PresentationFormat>
  <Paragraphs>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Garamond</vt:lpstr>
      <vt:lpstr>DNR_Mountains</vt:lpstr>
      <vt:lpstr>Title Goes Here</vt:lpstr>
      <vt:lpstr>PowerPoint Presentation</vt:lpstr>
      <vt:lpstr>PowerPoint Presentation</vt:lpstr>
    </vt:vector>
  </TitlesOfParts>
  <Company>SOG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Chambers, Ben</dc:creator>
  <cp:lastModifiedBy>Chambers, Ben</cp:lastModifiedBy>
  <cp:revision>5</cp:revision>
  <dcterms:created xsi:type="dcterms:W3CDTF">2019-07-22T15:30:01Z</dcterms:created>
  <dcterms:modified xsi:type="dcterms:W3CDTF">2019-08-02T14:44:46Z</dcterms:modified>
</cp:coreProperties>
</file>