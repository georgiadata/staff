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>
        <p:scale>
          <a:sx n="118" d="100"/>
          <a:sy n="118" d="100"/>
        </p:scale>
        <p:origin x="-66" y="-8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8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5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7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7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4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7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BAF44-90D6-4CE4-9D57-7B93F3CF32F4}" type="datetimeFigureOut">
              <a:rPr lang="en-US" smtClean="0"/>
              <a:t>9/13/2018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42684"/>
            <a:ext cx="7810959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</a:t>
            </a:r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osting </a:t>
            </a:r>
            <a:b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Events to GaStateParks.org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0304"/>
            <a:ext cx="12192000" cy="20899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03" y="2021307"/>
            <a:ext cx="4201221" cy="43418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2" y="4582804"/>
            <a:ext cx="3574552" cy="17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7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69217" cy="24856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97" y="3141616"/>
            <a:ext cx="10040401" cy="3278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3745" y="226518"/>
            <a:ext cx="114004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To begin, you must set up an account.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At </a:t>
            </a:r>
            <a:r>
              <a:rPr lang="en-US" dirty="0"/>
              <a:t>the bottom of www.GeorgiaStateParks.org click “Sign In.”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 </a:t>
            </a:r>
            <a:r>
              <a:rPr lang="en-US" dirty="0"/>
              <a:t>to </a:t>
            </a:r>
            <a:r>
              <a:rPr lang="en-US" dirty="0" smtClean="0"/>
              <a:t>Create Account </a:t>
            </a:r>
            <a:r>
              <a:rPr lang="en-US" dirty="0"/>
              <a:t>– Use your office address and </a:t>
            </a:r>
            <a:r>
              <a:rPr lang="en-US" dirty="0" smtClean="0"/>
              <a:t>e-mail. You </a:t>
            </a:r>
            <a:r>
              <a:rPr lang="en-US" dirty="0"/>
              <a:t>will receive a User Name and Password via e-mail.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Contact Ben.Chambers@dnr.ga.gov </a:t>
            </a:r>
            <a:r>
              <a:rPr lang="en-US" dirty="0"/>
              <a:t>to have your </a:t>
            </a:r>
            <a:r>
              <a:rPr lang="en-US" dirty="0" smtClean="0"/>
              <a:t>access </a:t>
            </a:r>
            <a:r>
              <a:rPr lang="en-US" dirty="0"/>
              <a:t>level increased to “staff” and to change your password if you would like a new one.  Once you receive a confirmation, you will be able to add events.</a:t>
            </a:r>
          </a:p>
          <a:p>
            <a:r>
              <a:rPr lang="en-US" dirty="0"/>
              <a:t> </a:t>
            </a:r>
          </a:p>
          <a:p>
            <a:r>
              <a:rPr lang="en-US" b="1" dirty="0" smtClean="0"/>
              <a:t>To add an event, click on ‘Staff Resources’ in the footer of the website. Click the large ‘Add Event’ button </a:t>
            </a:r>
            <a:r>
              <a:rPr lang="en-US" b="1" dirty="0" smtClean="0"/>
              <a:t>near </a:t>
            </a:r>
            <a:r>
              <a:rPr lang="en-US" b="1" dirty="0" smtClean="0"/>
              <a:t>the top right of the </a:t>
            </a:r>
            <a:r>
              <a:rPr lang="en-US" b="1" smtClean="0"/>
              <a:t>staff resources </a:t>
            </a:r>
            <a:r>
              <a:rPr lang="en-US" b="1" smtClean="0"/>
              <a:t>page</a:t>
            </a:r>
            <a:r>
              <a:rPr lang="en-US" b="1" dirty="0" smtClean="0"/>
              <a:t>.  Below is the next screen you’ll see.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850007" y="3000775"/>
            <a:ext cx="10228392" cy="3419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6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37" y="1963321"/>
            <a:ext cx="10355365" cy="3941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8371" y="86148"/>
            <a:ext cx="10429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This is the top of the next screen.</a:t>
            </a:r>
          </a:p>
          <a:p>
            <a:r>
              <a:rPr lang="en-US" dirty="0" smtClean="0"/>
              <a:t>Tip: If entering a statewide event such as National Trails Day, give it a title specific to YOUR event, not simply National Trails Day. This prevents duplication among all the parks. It’s okay to put National Trails Day AFTER the title. (Example -- Avian Loop Hike: National Trails Day)</a:t>
            </a:r>
          </a:p>
        </p:txBody>
      </p:sp>
    </p:spTree>
    <p:extLst>
      <p:ext uri="{BB962C8B-B14F-4D97-AF65-F5344CB8AC3E}">
        <p14:creationId xmlns:p14="http://schemas.microsoft.com/office/powerpoint/2010/main" val="3455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6" y="235476"/>
            <a:ext cx="11427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Writing an effective description (1 of 2)</a:t>
            </a:r>
          </a:p>
          <a:p>
            <a:r>
              <a:rPr lang="en-US" dirty="0"/>
              <a:t>Tip: </a:t>
            </a:r>
            <a:r>
              <a:rPr lang="en-US" dirty="0" smtClean="0"/>
              <a:t>Your listing is a reflection on the Georgia Department of Natural Resources, so be professional. Proof your work for spelling and grammar. Listings that don’t follow instructions may be deleted without notice.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465" y="1743885"/>
            <a:ext cx="8914286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1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8281" y="71218"/>
            <a:ext cx="11821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Writing an effective description (2 of 2)</a:t>
            </a:r>
          </a:p>
          <a:p>
            <a:r>
              <a:rPr lang="en-US" dirty="0" smtClean="0"/>
              <a:t>Tips: Don’t click “enter” after each sentence. The description should be one paragraph. Don’t use exclamation points instead of periods. Spell out “and” instead of using “&amp;.” The less an editor has to change, the more likely they’ll include your event in their calendar.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608" y="1732869"/>
            <a:ext cx="8800000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3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7" y="209718"/>
            <a:ext cx="9081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Fees.</a:t>
            </a:r>
          </a:p>
          <a:p>
            <a:r>
              <a:rPr lang="en-US" dirty="0" smtClean="0"/>
              <a:t>Tip: All fees must be written in the same format for consistency throughout the calendar.</a:t>
            </a:r>
          </a:p>
          <a:p>
            <a:r>
              <a:rPr lang="en-US" dirty="0" smtClean="0"/>
              <a:t>Do not say “regular admission charged” because the average reader does not know your fees.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905" y="1902932"/>
            <a:ext cx="8876190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8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6" y="209718"/>
            <a:ext cx="10469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You’re almost done. </a:t>
            </a:r>
          </a:p>
          <a:p>
            <a:r>
              <a:rPr lang="en-US" dirty="0" smtClean="0"/>
              <a:t>Tip: If your event spans numerous days (such as a temporary exhibit) it may be best to add it to your website text rather than the calendar. Call the Marketing Unit at 770-389-7284 for advice.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10" y="1732355"/>
            <a:ext cx="8895238" cy="3419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358" y="3651086"/>
            <a:ext cx="3681606" cy="29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3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341</Words>
  <Application>Microsoft Office PowerPoint</Application>
  <PresentationFormat>Custom</PresentationFormat>
  <Paragraphs>18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Posting  Events to GaStateParks.org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Kimh</dc:creator>
  <cp:lastModifiedBy>Chambers, Ben</cp:lastModifiedBy>
  <cp:revision>35</cp:revision>
  <dcterms:created xsi:type="dcterms:W3CDTF">2017-03-06T18:04:58Z</dcterms:created>
  <dcterms:modified xsi:type="dcterms:W3CDTF">2018-09-13T11:10:28Z</dcterms:modified>
</cp:coreProperties>
</file>