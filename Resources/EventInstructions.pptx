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87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5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7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7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4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7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BAF44-90D6-4CE4-9D57-7B93F3CF32F4}" type="datetimeFigureOut">
              <a:rPr lang="en-US" smtClean="0"/>
              <a:t>8/18/2017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stateparks.or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explore.gastateparks.org/Staff" TargetMode="External"/><Relationship Id="rId4" Type="http://schemas.openxmlformats.org/officeDocument/2006/relationships/hyperlink" Target="mailto:Amanda.Hrubesh@dnr.ga.gov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42684"/>
            <a:ext cx="7810959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</a:t>
            </a:r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osting </a:t>
            </a:r>
            <a:b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Events to GaStateParks.org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70304"/>
            <a:ext cx="12192000" cy="20899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203" y="2021307"/>
            <a:ext cx="4201221" cy="43418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2" y="4582804"/>
            <a:ext cx="3574552" cy="178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7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69217" cy="2653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97" y="3141616"/>
            <a:ext cx="10040401" cy="3278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3745" y="226518"/>
            <a:ext cx="114004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 begin, you must set up an account.</a:t>
            </a:r>
          </a:p>
          <a:p>
            <a:pPr lvl="0"/>
            <a:r>
              <a:rPr lang="en-US" dirty="0"/>
              <a:t>At the bottom of </a:t>
            </a:r>
            <a:r>
              <a:rPr lang="en-US" u="sng" dirty="0">
                <a:hlinkClick r:id="rId3"/>
              </a:rPr>
              <a:t>GaStateParks.org</a:t>
            </a:r>
            <a:r>
              <a:rPr lang="en-US" dirty="0"/>
              <a:t> click “Staff </a:t>
            </a:r>
            <a:r>
              <a:rPr lang="en-US" dirty="0" smtClean="0"/>
              <a:t>Resources,” </a:t>
            </a:r>
            <a:r>
              <a:rPr lang="en-US" dirty="0"/>
              <a:t>then click “Sign in or create an </a:t>
            </a:r>
            <a:r>
              <a:rPr lang="en-US" dirty="0" smtClean="0"/>
              <a:t>account.”</a:t>
            </a:r>
            <a:endParaRPr lang="en-US" dirty="0"/>
          </a:p>
          <a:p>
            <a:pPr lvl="0"/>
            <a:r>
              <a:rPr lang="en-US" dirty="0"/>
              <a:t>If you have a username and password, go ahead and sign in. If not, proceed to “Create an </a:t>
            </a:r>
            <a:r>
              <a:rPr lang="en-US" dirty="0" smtClean="0"/>
              <a:t>Account.”</a:t>
            </a:r>
            <a:endParaRPr lang="en-US" dirty="0"/>
          </a:p>
          <a:p>
            <a:pPr lvl="0"/>
            <a:r>
              <a:rPr lang="en-US" dirty="0"/>
              <a:t>Contact </a:t>
            </a:r>
            <a:r>
              <a:rPr lang="en-US" u="sng" dirty="0">
                <a:hlinkClick r:id="rId4"/>
              </a:rPr>
              <a:t>Amanda.Hrubesh@dnr.ga.gov</a:t>
            </a:r>
            <a:r>
              <a:rPr lang="en-US" dirty="0"/>
              <a:t> to have your access level increased to “staff” and to change your password if you would like a new one. Once you receive a confirmation, you will be able to add events.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Once you are logged in, go to </a:t>
            </a:r>
            <a:r>
              <a:rPr lang="en-US" b="1" u="sng" dirty="0">
                <a:hlinkClick r:id="rId5"/>
              </a:rPr>
              <a:t>Explore.GaStateParks.org/Staff</a:t>
            </a:r>
            <a:r>
              <a:rPr lang="en-US" b="1" dirty="0"/>
              <a:t> or click Staff Resources from bottom of </a:t>
            </a:r>
            <a:r>
              <a:rPr lang="en-US" b="1" u="sng" dirty="0">
                <a:hlinkClick r:id="rId3"/>
              </a:rPr>
              <a:t>GaStateParks.org</a:t>
            </a:r>
            <a:r>
              <a:rPr lang="en-US" b="1" dirty="0"/>
              <a:t>. Click “Add Event” (on right side). Below is the next screen you’ll see.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50007" y="3000775"/>
            <a:ext cx="10228392" cy="3419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6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37" y="1963321"/>
            <a:ext cx="10355365" cy="39417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8371" y="86148"/>
            <a:ext cx="10429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This is the top of the next screen.</a:t>
            </a:r>
          </a:p>
          <a:p>
            <a:r>
              <a:rPr lang="en-US" dirty="0" smtClean="0"/>
              <a:t>Tip: If entering a statewide event (such as National Trails Day) give it a title specific to your event, not simply National Trails Day. This prevents duplication among all the parks. It’s okay to put National Trails Day AFTER the title (Avian Loop Hike: National Trails Day).</a:t>
            </a:r>
          </a:p>
        </p:txBody>
      </p:sp>
    </p:spTree>
    <p:extLst>
      <p:ext uri="{BB962C8B-B14F-4D97-AF65-F5344CB8AC3E}">
        <p14:creationId xmlns:p14="http://schemas.microsoft.com/office/powerpoint/2010/main" val="3455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7" y="235476"/>
            <a:ext cx="9081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Writing an effective description (1 of 2)</a:t>
            </a:r>
          </a:p>
          <a:p>
            <a:r>
              <a:rPr lang="en-US" dirty="0"/>
              <a:t>Tip: This is the most important part of </a:t>
            </a:r>
            <a:r>
              <a:rPr lang="en-US" dirty="0" smtClean="0"/>
              <a:t>your listing. Please read this page and the next carefully.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465" y="1743885"/>
            <a:ext cx="8914286" cy="4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1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7" y="209718"/>
            <a:ext cx="7193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Writing an effective description (2 of 2)</a:t>
            </a:r>
          </a:p>
          <a:p>
            <a:r>
              <a:rPr lang="en-US" dirty="0" smtClean="0"/>
              <a:t>Tip: Spell out “and” instead of using “&amp;.” The less an editor has to change, the more likely they’ll include your event in their calendar.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608" y="1732869"/>
            <a:ext cx="8800000" cy="4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3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7" y="209718"/>
            <a:ext cx="9081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Fees.</a:t>
            </a:r>
          </a:p>
          <a:p>
            <a:r>
              <a:rPr lang="en-US" dirty="0" smtClean="0"/>
              <a:t>Tip: All fees must be written in the same format for consistency throughout the calendar.</a:t>
            </a:r>
          </a:p>
          <a:p>
            <a:r>
              <a:rPr lang="en-US" dirty="0" smtClean="0"/>
              <a:t>Do not say “regular admission charged” because the average reader does not know your fees.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905" y="1902932"/>
            <a:ext cx="8876190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8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6" y="209718"/>
            <a:ext cx="10469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You’re almost done. Yay!</a:t>
            </a:r>
          </a:p>
          <a:p>
            <a:r>
              <a:rPr lang="en-US" dirty="0" smtClean="0"/>
              <a:t>Tip: If your event spans numerous days (such as a temporary exhibit) it may be best to add it to your website copy rather than the calendar. Call the Marketing Unit at 770-389-7284 for advice.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10" y="1732355"/>
            <a:ext cx="8895238" cy="34190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358" y="3651086"/>
            <a:ext cx="3681606" cy="29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3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311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Adobe Gothic Std B</vt:lpstr>
      <vt:lpstr>Arial</vt:lpstr>
      <vt:lpstr>Calibri</vt:lpstr>
      <vt:lpstr>Calibri Light</vt:lpstr>
      <vt:lpstr>Office Theme</vt:lpstr>
      <vt:lpstr>Posting  Events to GaStateParks.org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Kimh</dc:creator>
  <cp:lastModifiedBy>Kimh</cp:lastModifiedBy>
  <cp:revision>31</cp:revision>
  <dcterms:created xsi:type="dcterms:W3CDTF">2017-03-06T18:04:58Z</dcterms:created>
  <dcterms:modified xsi:type="dcterms:W3CDTF">2017-08-18T19:53:55Z</dcterms:modified>
</cp:coreProperties>
</file>