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32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87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5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75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7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4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84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72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8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5BAF44-90D6-4CE4-9D57-7B93F3CF32F4}" type="datetimeFigureOut">
              <a:rPr lang="en-US" smtClean="0"/>
              <a:t>7/20/2018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B873F-CBAE-4A96-855C-35919DCBE6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42684"/>
            <a:ext cx="7810959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</a:t>
            </a:r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osting </a:t>
            </a:r>
            <a:b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b="1" dirty="0" smtClean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Events to GaStateParks.org</a:t>
            </a:r>
            <a:endParaRPr lang="en-US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70304"/>
            <a:ext cx="12192000" cy="20899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203" y="2021307"/>
            <a:ext cx="4201221" cy="43418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02" y="4582804"/>
            <a:ext cx="3574552" cy="178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7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69217" cy="24856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97" y="3141616"/>
            <a:ext cx="10040401" cy="32784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3745" y="226518"/>
            <a:ext cx="114004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To begin, you must set up an account.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At </a:t>
            </a:r>
            <a:r>
              <a:rPr lang="en-US" dirty="0"/>
              <a:t>the bottom of www.GeorgiaStateParks.org click “Sign In.”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Go </a:t>
            </a:r>
            <a:r>
              <a:rPr lang="en-US" dirty="0"/>
              <a:t>to </a:t>
            </a:r>
            <a:r>
              <a:rPr lang="en-US" dirty="0" smtClean="0"/>
              <a:t>Create Account </a:t>
            </a:r>
            <a:r>
              <a:rPr lang="en-US" dirty="0"/>
              <a:t>– Use your office address and </a:t>
            </a:r>
            <a:r>
              <a:rPr lang="en-US" dirty="0" smtClean="0"/>
              <a:t>e-mail. You </a:t>
            </a:r>
            <a:r>
              <a:rPr lang="en-US" dirty="0"/>
              <a:t>will receive a User Name and Password via e-mail.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Contact Ben.Chambers@dnr.ga.gov </a:t>
            </a:r>
            <a:r>
              <a:rPr lang="en-US" dirty="0"/>
              <a:t>to have your </a:t>
            </a:r>
            <a:r>
              <a:rPr lang="en-US" dirty="0" smtClean="0"/>
              <a:t>access </a:t>
            </a:r>
            <a:r>
              <a:rPr lang="en-US" dirty="0"/>
              <a:t>level increased to “staff” and to change your password if you would like a new one.  Once you receive a confirmation, you will be able to add events.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Log in and go to </a:t>
            </a:r>
            <a:r>
              <a:rPr lang="en-US" b="1" dirty="0" smtClean="0"/>
              <a:t>your park’s web page. Click Events button (on right). Scroll to the bottom. Click Add New Event. </a:t>
            </a:r>
            <a:br>
              <a:rPr lang="en-US" b="1" dirty="0" smtClean="0"/>
            </a:br>
            <a:r>
              <a:rPr lang="en-US" b="1" dirty="0" smtClean="0"/>
              <a:t>Below is the next screen you’ll see.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850007" y="3000775"/>
            <a:ext cx="10228392" cy="3419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62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37" y="1963321"/>
            <a:ext cx="10355365" cy="39417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8371" y="86148"/>
            <a:ext cx="104291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This is the top of the next screen.</a:t>
            </a:r>
          </a:p>
          <a:p>
            <a:r>
              <a:rPr lang="en-US" dirty="0" smtClean="0"/>
              <a:t>Tip: If entering a statewide event such as National Trails Day, give it a title specific to YOUR event, not simply National Trails Day. This prevents duplication among all the parks. It’s okay to put National Trails Day AFTER the </a:t>
            </a:r>
            <a:r>
              <a:rPr lang="en-US" dirty="0" smtClean="0"/>
              <a:t>title. (Example </a:t>
            </a:r>
            <a:r>
              <a:rPr lang="en-US" dirty="0" smtClean="0"/>
              <a:t>-- Avian Loop Hike: National Trails Day</a:t>
            </a:r>
            <a:r>
              <a:rPr lang="en-US" dirty="0" smtClean="0"/>
              <a:t>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558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6" y="235476"/>
            <a:ext cx="11427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Writing an effective description (1 of 2)</a:t>
            </a:r>
          </a:p>
          <a:p>
            <a:r>
              <a:rPr lang="en-US" dirty="0"/>
              <a:t>Tip: </a:t>
            </a:r>
            <a:r>
              <a:rPr lang="en-US" dirty="0" smtClean="0"/>
              <a:t>Your listing is a reflection on the Georgia Department of Natural Resources, so be professional. Proof your work for spelling and grammar. Listings that don’t follow instructions may be deleted without notice.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465" y="1743885"/>
            <a:ext cx="8914286" cy="4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1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8281" y="71218"/>
            <a:ext cx="11821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Writing an effective description (2 of 2)</a:t>
            </a:r>
          </a:p>
          <a:p>
            <a:r>
              <a:rPr lang="en-US" dirty="0" smtClean="0"/>
              <a:t>Tips: Don’t click “enter” after each </a:t>
            </a:r>
            <a:r>
              <a:rPr lang="en-US" dirty="0" smtClean="0"/>
              <a:t>sentence. The </a:t>
            </a:r>
            <a:r>
              <a:rPr lang="en-US" dirty="0" smtClean="0"/>
              <a:t>description should be one paragraph. Don’t use exclamation points instead of periods. Spell out “and” instead of using “&amp;.” The less an editor has to change, the more likely they’ll include your event in their calendar.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608" y="1732869"/>
            <a:ext cx="8800000" cy="4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3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7" y="209718"/>
            <a:ext cx="90810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Fees.</a:t>
            </a:r>
          </a:p>
          <a:p>
            <a:r>
              <a:rPr lang="en-US" dirty="0" smtClean="0"/>
              <a:t>Tip: All fees must be written in the same format for consistency throughout the calendar.</a:t>
            </a:r>
          </a:p>
          <a:p>
            <a:r>
              <a:rPr lang="en-US" dirty="0" smtClean="0"/>
              <a:t>Do not say “regular admission charged” because the average reader does not know your fees.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905" y="1902932"/>
            <a:ext cx="8876190" cy="3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8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69217" cy="13427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58726" y="209718"/>
            <a:ext cx="10469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You’re almost done. </a:t>
            </a:r>
          </a:p>
          <a:p>
            <a:r>
              <a:rPr lang="en-US" dirty="0" smtClean="0"/>
              <a:t>Tip: If your event spans numerous days (such as a temporary exhibit) it may be best to add it to your website text rather than the calendar. Call the Marketing Unit at 770-389-7284 for advice.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10" y="1732355"/>
            <a:ext cx="8895238" cy="34190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358" y="3651086"/>
            <a:ext cx="3681606" cy="293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3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341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Adobe Gothic Std B</vt:lpstr>
      <vt:lpstr>Arial</vt:lpstr>
      <vt:lpstr>Calibri</vt:lpstr>
      <vt:lpstr>Calibri Light</vt:lpstr>
      <vt:lpstr>Office Theme</vt:lpstr>
      <vt:lpstr>Posting  Events to GaStateParks.org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Kimh</dc:creator>
  <cp:lastModifiedBy>Kimh</cp:lastModifiedBy>
  <cp:revision>33</cp:revision>
  <dcterms:created xsi:type="dcterms:W3CDTF">2017-03-06T18:04:58Z</dcterms:created>
  <dcterms:modified xsi:type="dcterms:W3CDTF">2018-07-20T15:01:14Z</dcterms:modified>
</cp:coreProperties>
</file>