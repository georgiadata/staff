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2" r:id="rId4"/>
    <p:sldId id="259" r:id="rId5"/>
    <p:sldId id="258" r:id="rId6"/>
    <p:sldId id="26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11/8/2019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11/8/2019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11/8/2019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11/8/2019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11/8/2019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11/8/2019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11/8/2019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11/8/2019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68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aspiraconnect.app.box.com/s/c67g8ktfjbjlxjrseajkbgum9r99fr7t" TargetMode="Externa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A97AB-5693-458E-88C7-B3FCFA463A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New </a:t>
            </a:r>
            <a:br>
              <a:rPr lang="en-US" dirty="0"/>
            </a:br>
            <a:r>
              <a:rPr lang="en-US" dirty="0"/>
              <a:t>AML </a:t>
            </a:r>
            <a:br>
              <a:rPr lang="en-US" dirty="0"/>
            </a:br>
            <a:r>
              <a:rPr lang="en-US" dirty="0"/>
              <a:t>Inventory Scanning device Coming SOON!</a:t>
            </a:r>
          </a:p>
        </p:txBody>
      </p:sp>
    </p:spTree>
    <p:extLst>
      <p:ext uri="{BB962C8B-B14F-4D97-AF65-F5344CB8AC3E}">
        <p14:creationId xmlns:p14="http://schemas.microsoft.com/office/powerpoint/2010/main" val="7090294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B9506-CF52-4672-B242-C14FF1360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295" y="450574"/>
            <a:ext cx="10933044" cy="4784035"/>
          </a:xfrm>
        </p:spPr>
        <p:txBody>
          <a:bodyPr/>
          <a:lstStyle/>
          <a:p>
            <a:r>
              <a:rPr lang="en-US" dirty="0"/>
              <a:t>Congrats on receiving your new inventory scanning devices</a:t>
            </a:r>
          </a:p>
        </p:txBody>
      </p:sp>
    </p:spTree>
    <p:extLst>
      <p:ext uri="{BB962C8B-B14F-4D97-AF65-F5344CB8AC3E}">
        <p14:creationId xmlns:p14="http://schemas.microsoft.com/office/powerpoint/2010/main" val="30353582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8">
            <a:extLst>
              <a:ext uri="{FF2B5EF4-FFF2-40B4-BE49-F238E27FC236}">
                <a16:creationId xmlns:a16="http://schemas.microsoft.com/office/drawing/2014/main" id="{8F1EF17D-1B70-428C-8A8A-A2C5B390E1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2FAEDF3-CEC8-4BF6-8EA7-4079C47183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98DB8F4-CD77-4FCC-8544-ADE8B478C1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2202DFE-039D-48E4-8536-FA30F24894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1F05E26-510E-4164-83C7-28E4FE9D7E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632161A-50D4-4D96-887A-98FC920931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28" name="Rectangle 15">
            <a:extLst>
              <a:ext uri="{FF2B5EF4-FFF2-40B4-BE49-F238E27FC236}">
                <a16:creationId xmlns:a16="http://schemas.microsoft.com/office/drawing/2014/main" id="{929448D9-8F1D-4CFE-93BA-E0272F0DBD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EA8283-5E77-4B3E-B855-B731000E11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5913" y="460277"/>
            <a:ext cx="7543800" cy="150706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/>
              <a:t>Before Use</a:t>
            </a:r>
            <a:br>
              <a:rPr lang="en-US" sz="3600" dirty="0"/>
            </a:br>
            <a:r>
              <a:rPr lang="en-US" sz="3600" dirty="0"/>
              <a:t>Confirm software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88A42B-FDB1-4B38-8736-C7D5B44989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6216" y="1718733"/>
            <a:ext cx="7493137" cy="361526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Font typeface="Wingdings 3" panose="05040102010807070707" pitchFamily="18" charset="2"/>
              <a:buChar char=""/>
            </a:pPr>
            <a:r>
              <a:rPr lang="en-US" dirty="0"/>
              <a:t>Before you can use the AML Inventory Scanning device, confirm the Aspira One Software was installed.  </a:t>
            </a:r>
          </a:p>
          <a:p>
            <a:pPr>
              <a:buFont typeface="Wingdings 3" panose="05040102010807070707" pitchFamily="18" charset="2"/>
              <a:buChar char=""/>
            </a:pPr>
            <a:r>
              <a:rPr lang="en-US" dirty="0"/>
              <a:t>Power on the device by pressing the power button located on the bottom front of the device.</a:t>
            </a:r>
          </a:p>
          <a:p>
            <a:pPr>
              <a:buFont typeface="Wingdings 3" panose="05040102010807070707" pitchFamily="18" charset="2"/>
              <a:buChar char=""/>
            </a:pPr>
            <a:r>
              <a:rPr lang="en-US" dirty="0"/>
              <a:t>You should see an icon that looks like this:</a:t>
            </a:r>
          </a:p>
          <a:p>
            <a:pPr>
              <a:buFont typeface="Wingdings 3" panose="05040102010807070707" pitchFamily="18" charset="2"/>
              <a:buChar char=""/>
            </a:pPr>
            <a:r>
              <a:rPr lang="en-US" dirty="0">
                <a:solidFill>
                  <a:srgbClr val="FF0000"/>
                </a:solidFill>
              </a:rPr>
              <a:t> If you do not see this icon, call Aspira’s help desk @ 888-579-6758 to have the software loaded on the device.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0282F7-89F7-4CD0-856B-2FABB654AE5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873" r="2337"/>
          <a:stretch/>
        </p:blipFill>
        <p:spPr>
          <a:xfrm>
            <a:off x="8820603" y="10"/>
            <a:ext cx="3371397" cy="6857990"/>
          </a:xfrm>
          <a:prstGeom prst="rect">
            <a:avLst/>
          </a:prstGeom>
          <a:effectLst>
            <a:innerShdw blurRad="57150" dist="38100" dir="14460000">
              <a:prstClr val="black">
                <a:alpha val="70000"/>
              </a:prstClr>
            </a:innerShdw>
          </a:effectLst>
        </p:spPr>
      </p:pic>
      <p:grpSp>
        <p:nvGrpSpPr>
          <p:cNvPr id="29" name="Group 17">
            <a:extLst>
              <a:ext uri="{FF2B5EF4-FFF2-40B4-BE49-F238E27FC236}">
                <a16:creationId xmlns:a16="http://schemas.microsoft.com/office/drawing/2014/main" id="{94749DEA-AC6C-4834-A330-03A1796B89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0CBC5D1-BAF0-454E-9D7C-68370AA95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19">
              <a:extLst>
                <a:ext uri="{FF2B5EF4-FFF2-40B4-BE49-F238E27FC236}">
                  <a16:creationId xmlns:a16="http://schemas.microsoft.com/office/drawing/2014/main" id="{8ABB9F45-32F7-4915-A94F-F1E34B32DE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4EA6F09-00FD-4C50-A2DF-D0B1CC4C9A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B8B975B-2618-4734-A401-FAB7451901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EF4B123-0577-4F10-986B-6BD86396AB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71066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311BE-C9C2-4329-AF1B-60BA36AA5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7828" y="2992773"/>
            <a:ext cx="8534400" cy="1507067"/>
          </a:xfrm>
        </p:spPr>
        <p:txBody>
          <a:bodyPr/>
          <a:lstStyle/>
          <a:p>
            <a:r>
              <a:rPr lang="en-US" dirty="0"/>
              <a:t>Click this link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7C348B-6FFC-4324-9B0C-3B4FAF672D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0989" y="2992773"/>
            <a:ext cx="9659415" cy="3615267"/>
          </a:xfrm>
        </p:spPr>
        <p:txBody>
          <a:bodyPr/>
          <a:lstStyle/>
          <a:p>
            <a:r>
              <a:rPr lang="en-US" u="sng" dirty="0">
                <a:hlinkClick r:id="rId2"/>
              </a:rPr>
              <a:t>https://aspiraconnect.app.box.com/s/c67g8ktfjbjlxjrseajkbgum9r99fr7t</a:t>
            </a:r>
            <a:endParaRPr lang="en-US" u="sng" dirty="0"/>
          </a:p>
          <a:p>
            <a:endParaRPr lang="en-US" u="sn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69DF37-4861-4F80-8A3E-C56A432AF5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3462" y="131040"/>
            <a:ext cx="4934479" cy="3615266"/>
          </a:xfrm>
        </p:spPr>
        <p:txBody>
          <a:bodyPr/>
          <a:lstStyle/>
          <a:p>
            <a:r>
              <a:rPr lang="en-US" dirty="0"/>
              <a:t>Before you can download files from  this device, you will need to install software on your DNR computer.  (Note:  Each time your DNR computer is refreshed you will need to download these again.)</a:t>
            </a:r>
          </a:p>
        </p:txBody>
      </p:sp>
    </p:spTree>
    <p:extLst>
      <p:ext uri="{BB962C8B-B14F-4D97-AF65-F5344CB8AC3E}">
        <p14:creationId xmlns:p14="http://schemas.microsoft.com/office/powerpoint/2010/main" val="1682374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0512F9CB-A1A0-4043-A103-F6A4B94B69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ADBE6588-EE16-4389-857C-86A156D49E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17FD48D2-B0A7-413D-B947-AA55AC1296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2BE668D0-D906-4EEE-B32F-8C028624B8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D1DE67A3-B8F6-4CFD-A8E0-D15200F23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63" name="Rectangle 62">
            <a:extLst>
              <a:ext uri="{FF2B5EF4-FFF2-40B4-BE49-F238E27FC236}">
                <a16:creationId xmlns:a16="http://schemas.microsoft.com/office/drawing/2014/main" id="{637214A4-997B-4C95-951E-08E1B51B5A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208E0F-FE75-4E46-B65D-DE5094721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685799"/>
            <a:ext cx="6965285" cy="2971801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4800" dirty="0"/>
              <a:t>Download the following installers in this order: </a:t>
            </a:r>
            <a:br>
              <a:rPr lang="en-US" sz="4800" dirty="0"/>
            </a:br>
            <a:endParaRPr lang="en-US" sz="4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C8F75F-C83D-4B9D-8FEF-EB63434614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39832" y="3077680"/>
            <a:ext cx="8050608" cy="306488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300" dirty="0"/>
              <a:t>wmdc-drivers-x64.msi </a:t>
            </a:r>
          </a:p>
          <a:p>
            <a:pPr>
              <a:lnSpc>
                <a:spcPct val="90000"/>
              </a:lnSpc>
            </a:pPr>
            <a:r>
              <a:rPr lang="en-US" sz="1300" dirty="0"/>
              <a:t>drvupdate-amd64.exe </a:t>
            </a:r>
          </a:p>
          <a:p>
            <a:pPr>
              <a:lnSpc>
                <a:spcPct val="90000"/>
              </a:lnSpc>
            </a:pPr>
            <a:r>
              <a:rPr lang="en-US" sz="1300" dirty="0"/>
              <a:t>DCConsole_v3-10.msi </a:t>
            </a:r>
          </a:p>
          <a:p>
            <a:pPr>
              <a:lnSpc>
                <a:spcPct val="90000"/>
              </a:lnSpc>
            </a:pPr>
            <a:endParaRPr lang="en-US" sz="1300" dirty="0"/>
          </a:p>
          <a:p>
            <a:pPr>
              <a:lnSpc>
                <a:spcPct val="90000"/>
              </a:lnSpc>
            </a:pPr>
            <a:r>
              <a:rPr lang="en-US" sz="1300" dirty="0"/>
              <a:t>Right Click on the name</a:t>
            </a:r>
          </a:p>
          <a:p>
            <a:pPr>
              <a:lnSpc>
                <a:spcPct val="90000"/>
              </a:lnSpc>
            </a:pPr>
            <a:r>
              <a:rPr lang="en-US" sz="1300" dirty="0"/>
              <a:t>Then, Click Download</a:t>
            </a:r>
          </a:p>
          <a:p>
            <a:pPr>
              <a:lnSpc>
                <a:spcPct val="90000"/>
              </a:lnSpc>
            </a:pPr>
            <a:endParaRPr lang="en-US" sz="1300" dirty="0"/>
          </a:p>
          <a:p>
            <a:pPr>
              <a:lnSpc>
                <a:spcPct val="90000"/>
              </a:lnSpc>
            </a:pPr>
            <a:endParaRPr lang="en-US" sz="13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1332CA-4CFC-42BE-AC45-EFE984457A9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31" b="3197"/>
          <a:stretch/>
        </p:blipFill>
        <p:spPr>
          <a:xfrm>
            <a:off x="4505130" y="4678852"/>
            <a:ext cx="3152439" cy="1219291"/>
          </a:xfrm>
          <a:prstGeom prst="rect">
            <a:avLst/>
          </a:prstGeom>
          <a:ln w="15875">
            <a:solidFill>
              <a:srgbClr val="FFFFFF">
                <a:alpha val="40000"/>
              </a:srgbClr>
            </a:solidFill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</p:pic>
      <p:grpSp>
        <p:nvGrpSpPr>
          <p:cNvPr id="65" name="Group 64">
            <a:extLst>
              <a:ext uri="{FF2B5EF4-FFF2-40B4-BE49-F238E27FC236}">
                <a16:creationId xmlns:a16="http://schemas.microsoft.com/office/drawing/2014/main" id="{307A8868-805D-4C18-8A8B-4817BA9FF9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0CF59EB9-1EAB-47CE-AC8B-8EFD96929F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B8786ADE-071C-435B-81E3-54A82DD5D5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0F46AF6B-37AC-410E-9A0A-2F70B937A3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FAEF4DD0-8A5B-40F1-88BA-ABE5ADE4D2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3BA5EA8C-8F33-4994-A748-233E839E4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0381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F1F843-253F-42A6-9AA2-97B38640C8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Once your drivers have been installed and you see this icon on your desktop, you’re ready to receive data files.  </a:t>
            </a:r>
          </a:p>
          <a:p>
            <a:r>
              <a:rPr lang="en-US" dirty="0"/>
              <a:t>Reboot your computer.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EECC41-35E1-4BB6-9D98-58E409278A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1564" y="3038524"/>
            <a:ext cx="800000" cy="7809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042C5BD-BC15-4780-8054-5E54C1D9B185}"/>
              </a:ext>
            </a:extLst>
          </p:cNvPr>
          <p:cNvSpPr txBox="1"/>
          <p:nvPr/>
        </p:nvSpPr>
        <p:spPr>
          <a:xfrm>
            <a:off x="858982" y="4941455"/>
            <a:ext cx="8285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See document “POS Inventory Reconciliation” for additional instructions</a:t>
            </a:r>
          </a:p>
        </p:txBody>
      </p:sp>
    </p:spTree>
    <p:extLst>
      <p:ext uri="{BB962C8B-B14F-4D97-AF65-F5344CB8AC3E}">
        <p14:creationId xmlns:p14="http://schemas.microsoft.com/office/powerpoint/2010/main" val="205923933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199</Words>
  <Application>Microsoft Office PowerPoint</Application>
  <PresentationFormat>Widescreen</PresentationFormat>
  <Paragraphs>20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Century Gothic</vt:lpstr>
      <vt:lpstr>Wingdings 3</vt:lpstr>
      <vt:lpstr>Slice</vt:lpstr>
      <vt:lpstr>New  AML  Inventory Scanning device Coming SOON!</vt:lpstr>
      <vt:lpstr>Congrats on receiving your new inventory scanning devices</vt:lpstr>
      <vt:lpstr>Before Use Confirm software </vt:lpstr>
      <vt:lpstr>Click this link</vt:lpstr>
      <vt:lpstr>Download the following installers in this order: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  AML  Inventory Scanning device Coming SOON!</dc:title>
  <dc:creator>Robinson, Cindy</dc:creator>
  <cp:lastModifiedBy>Robinson, Cindy</cp:lastModifiedBy>
  <cp:revision>4</cp:revision>
  <dcterms:created xsi:type="dcterms:W3CDTF">2019-11-06T17:47:30Z</dcterms:created>
  <dcterms:modified xsi:type="dcterms:W3CDTF">2019-11-08T20:18:29Z</dcterms:modified>
</cp:coreProperties>
</file>