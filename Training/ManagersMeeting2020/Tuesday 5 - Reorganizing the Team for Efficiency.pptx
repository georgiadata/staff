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4800" r:id="rId2"/>
    <p:sldMasterId id="2147484604" r:id="rId3"/>
    <p:sldMasterId id="2147483662" r:id="rId4"/>
    <p:sldMasterId id="2147483663" r:id="rId5"/>
    <p:sldMasterId id="2147486066" r:id="rId6"/>
  </p:sldMasterIdLst>
  <p:notesMasterIdLst>
    <p:notesMasterId r:id="rId12"/>
  </p:notesMasterIdLst>
  <p:handoutMasterIdLst>
    <p:handoutMasterId r:id="rId13"/>
  </p:handoutMasterIdLst>
  <p:sldIdLst>
    <p:sldId id="256" r:id="rId7"/>
    <p:sldId id="507" r:id="rId8"/>
    <p:sldId id="506" r:id="rId9"/>
    <p:sldId id="509" r:id="rId10"/>
    <p:sldId id="508" r:id="rId11"/>
  </p:sldIdLst>
  <p:sldSz cx="12192000" cy="6858000"/>
  <p:notesSz cx="7010400" cy="9296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hnson, Angi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7C00"/>
    <a:srgbClr val="800000"/>
    <a:srgbClr val="7793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31" autoAdjust="0"/>
    <p:restoredTop sz="75094" autoAdjust="0"/>
  </p:normalViewPr>
  <p:slideViewPr>
    <p:cSldViewPr>
      <p:cViewPr varScale="1">
        <p:scale>
          <a:sx n="64" d="100"/>
          <a:sy n="64" d="100"/>
        </p:scale>
        <p:origin x="1224" y="67"/>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2" d="100"/>
          <a:sy n="52" d="100"/>
        </p:scale>
        <p:origin x="-2550" y="-11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1.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presProps" Target="presProps.xml"/><Relationship Id="rId10" Type="http://schemas.openxmlformats.org/officeDocument/2006/relationships/slide" Target="slides/slide4.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C818DBD-5DA8-491C-B615-CADE78B23EE2}"/>
              </a:ext>
            </a:extLst>
          </p:cNvPr>
          <p:cNvSpPr>
            <a:spLocks noGrp="1"/>
          </p:cNvSpPr>
          <p:nvPr>
            <p:ph type="hdr" sz="quarter"/>
          </p:nvPr>
        </p:nvSpPr>
        <p:spPr>
          <a:xfrm>
            <a:off x="0" y="0"/>
            <a:ext cx="3038475" cy="465138"/>
          </a:xfrm>
          <a:prstGeom prst="rect">
            <a:avLst/>
          </a:prstGeom>
        </p:spPr>
        <p:txBody>
          <a:bodyPr vert="horz" lIns="91257" tIns="45629" rIns="91257" bIns="45629" rtlCol="0"/>
          <a:lstStyle>
            <a:lvl1pPr algn="l"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B53EC545-977D-41F3-9C52-D54D3DC14871}"/>
              </a:ext>
            </a:extLst>
          </p:cNvPr>
          <p:cNvSpPr>
            <a:spLocks noGrp="1"/>
          </p:cNvSpPr>
          <p:nvPr>
            <p:ph type="dt" sz="quarter" idx="1"/>
          </p:nvPr>
        </p:nvSpPr>
        <p:spPr>
          <a:xfrm>
            <a:off x="3970338" y="0"/>
            <a:ext cx="3038475" cy="465138"/>
          </a:xfrm>
          <a:prstGeom prst="rect">
            <a:avLst/>
          </a:prstGeom>
        </p:spPr>
        <p:txBody>
          <a:bodyPr vert="horz" lIns="91257" tIns="45629" rIns="91257" bIns="45629" rtlCol="0"/>
          <a:lstStyle>
            <a:lvl1pPr algn="r" eaLnBrk="1" hangingPunct="1">
              <a:defRPr sz="1200">
                <a:latin typeface="Arial" charset="0"/>
              </a:defRPr>
            </a:lvl1pPr>
          </a:lstStyle>
          <a:p>
            <a:pPr>
              <a:defRPr/>
            </a:pPr>
            <a:fld id="{85D33DB8-6173-4478-AF5D-06973F0E25B5}" type="datetimeFigureOut">
              <a:rPr lang="en-US"/>
              <a:pPr>
                <a:defRPr/>
              </a:pPr>
              <a:t>8/17/2020</a:t>
            </a:fld>
            <a:endParaRPr lang="en-US"/>
          </a:p>
        </p:txBody>
      </p:sp>
      <p:sp>
        <p:nvSpPr>
          <p:cNvPr id="4" name="Footer Placeholder 3">
            <a:extLst>
              <a:ext uri="{FF2B5EF4-FFF2-40B4-BE49-F238E27FC236}">
                <a16:creationId xmlns:a16="http://schemas.microsoft.com/office/drawing/2014/main" id="{B7C088B8-CF8A-43D5-8516-88543E00A4F4}"/>
              </a:ext>
            </a:extLst>
          </p:cNvPr>
          <p:cNvSpPr>
            <a:spLocks noGrp="1"/>
          </p:cNvSpPr>
          <p:nvPr>
            <p:ph type="ftr" sz="quarter" idx="2"/>
          </p:nvPr>
        </p:nvSpPr>
        <p:spPr>
          <a:xfrm>
            <a:off x="0" y="8831263"/>
            <a:ext cx="3038475" cy="463550"/>
          </a:xfrm>
          <a:prstGeom prst="rect">
            <a:avLst/>
          </a:prstGeom>
        </p:spPr>
        <p:txBody>
          <a:bodyPr vert="horz" lIns="91257" tIns="45629" rIns="91257" bIns="45629" rtlCol="0" anchor="b"/>
          <a:lstStyle>
            <a:lvl1pPr algn="l" eaLnBrk="1" hangingPunct="1">
              <a:defRPr sz="1200">
                <a:latin typeface="Arial" charset="0"/>
              </a:defRPr>
            </a:lvl1pPr>
          </a:lstStyle>
          <a:p>
            <a:pPr>
              <a:defRPr/>
            </a:pPr>
            <a:endParaRPr lang="en-US"/>
          </a:p>
        </p:txBody>
      </p:sp>
      <p:sp>
        <p:nvSpPr>
          <p:cNvPr id="5" name="Slide Number Placeholder 4">
            <a:extLst>
              <a:ext uri="{FF2B5EF4-FFF2-40B4-BE49-F238E27FC236}">
                <a16:creationId xmlns:a16="http://schemas.microsoft.com/office/drawing/2014/main" id="{78D48965-6E30-4675-8214-81A8195B152B}"/>
              </a:ext>
            </a:extLst>
          </p:cNvPr>
          <p:cNvSpPr>
            <a:spLocks noGrp="1"/>
          </p:cNvSpPr>
          <p:nvPr>
            <p:ph type="sldNum" sz="quarter" idx="3"/>
          </p:nvPr>
        </p:nvSpPr>
        <p:spPr>
          <a:xfrm>
            <a:off x="3970338" y="8831263"/>
            <a:ext cx="3038475" cy="463550"/>
          </a:xfrm>
          <a:prstGeom prst="rect">
            <a:avLst/>
          </a:prstGeom>
        </p:spPr>
        <p:txBody>
          <a:bodyPr vert="horz" wrap="square" lIns="91257" tIns="45629" rIns="91257" bIns="45629" numCol="1" anchor="b" anchorCtr="0" compatLnSpc="1">
            <a:prstTxWarp prst="textNoShape">
              <a:avLst/>
            </a:prstTxWarp>
          </a:bodyPr>
          <a:lstStyle>
            <a:lvl1pPr algn="r" eaLnBrk="1" hangingPunct="1">
              <a:defRPr sz="1200" smtClean="0"/>
            </a:lvl1pPr>
          </a:lstStyle>
          <a:p>
            <a:pPr>
              <a:defRPr/>
            </a:pPr>
            <a:fld id="{4051EA45-AF52-4815-95E1-8A3C0D5ACB6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8DEF3B6-AE8D-40B5-AE61-B9095C8104A9}"/>
              </a:ext>
            </a:extLst>
          </p:cNvPr>
          <p:cNvSpPr>
            <a:spLocks noGrp="1"/>
          </p:cNvSpPr>
          <p:nvPr>
            <p:ph type="hdr" sz="quarter"/>
          </p:nvPr>
        </p:nvSpPr>
        <p:spPr>
          <a:xfrm>
            <a:off x="0" y="0"/>
            <a:ext cx="3038475" cy="465138"/>
          </a:xfrm>
          <a:prstGeom prst="rect">
            <a:avLst/>
          </a:prstGeom>
        </p:spPr>
        <p:txBody>
          <a:bodyPr vert="horz" lIns="93173" tIns="46587" rIns="93173" bIns="46587" rtlCol="0"/>
          <a:lstStyle>
            <a:lvl1pPr algn="l"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9CC71452-6A51-4993-BE05-86CE8BC7F53B}"/>
              </a:ext>
            </a:extLst>
          </p:cNvPr>
          <p:cNvSpPr>
            <a:spLocks noGrp="1"/>
          </p:cNvSpPr>
          <p:nvPr>
            <p:ph type="dt" idx="1"/>
          </p:nvPr>
        </p:nvSpPr>
        <p:spPr>
          <a:xfrm>
            <a:off x="3970338" y="0"/>
            <a:ext cx="3038475" cy="465138"/>
          </a:xfrm>
          <a:prstGeom prst="rect">
            <a:avLst/>
          </a:prstGeom>
        </p:spPr>
        <p:txBody>
          <a:bodyPr vert="horz" lIns="93173" tIns="46587" rIns="93173" bIns="46587" rtlCol="0"/>
          <a:lstStyle>
            <a:lvl1pPr algn="r" eaLnBrk="1" hangingPunct="1">
              <a:defRPr sz="1200">
                <a:latin typeface="Arial" charset="0"/>
              </a:defRPr>
            </a:lvl1pPr>
          </a:lstStyle>
          <a:p>
            <a:pPr>
              <a:defRPr/>
            </a:pPr>
            <a:fld id="{EA910F10-91AC-4AF2-B7BA-703D4FBB3A55}" type="datetimeFigureOut">
              <a:rPr lang="en-US"/>
              <a:pPr>
                <a:defRPr/>
              </a:pPr>
              <a:t>8/17/2020</a:t>
            </a:fld>
            <a:endParaRPr lang="en-US"/>
          </a:p>
        </p:txBody>
      </p:sp>
      <p:sp>
        <p:nvSpPr>
          <p:cNvPr id="4" name="Slide Image Placeholder 3">
            <a:extLst>
              <a:ext uri="{FF2B5EF4-FFF2-40B4-BE49-F238E27FC236}">
                <a16:creationId xmlns:a16="http://schemas.microsoft.com/office/drawing/2014/main" id="{696F653C-051F-4ECD-BBF8-AEB12DB28FF1}"/>
              </a:ext>
            </a:extLst>
          </p:cNvPr>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3" tIns="46587" rIns="93173" bIns="46587" rtlCol="0" anchor="ctr"/>
          <a:lstStyle/>
          <a:p>
            <a:pPr lvl="0"/>
            <a:endParaRPr lang="en-US" noProof="0"/>
          </a:p>
        </p:txBody>
      </p:sp>
      <p:sp>
        <p:nvSpPr>
          <p:cNvPr id="5" name="Notes Placeholder 4">
            <a:extLst>
              <a:ext uri="{FF2B5EF4-FFF2-40B4-BE49-F238E27FC236}">
                <a16:creationId xmlns:a16="http://schemas.microsoft.com/office/drawing/2014/main" id="{417D9260-B57C-459F-BCE9-418D95E613E6}"/>
              </a:ext>
            </a:extLst>
          </p:cNvPr>
          <p:cNvSpPr>
            <a:spLocks noGrp="1"/>
          </p:cNvSpPr>
          <p:nvPr>
            <p:ph type="body" sz="quarter" idx="3"/>
          </p:nvPr>
        </p:nvSpPr>
        <p:spPr>
          <a:xfrm>
            <a:off x="701675" y="4414838"/>
            <a:ext cx="5607050" cy="4184650"/>
          </a:xfrm>
          <a:prstGeom prst="rect">
            <a:avLst/>
          </a:prstGeom>
        </p:spPr>
        <p:txBody>
          <a:bodyPr vert="horz" lIns="93173" tIns="46587" rIns="93173" bIns="46587"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35CF627-69BB-4458-A686-3665279AFCDE}"/>
              </a:ext>
            </a:extLst>
          </p:cNvPr>
          <p:cNvSpPr>
            <a:spLocks noGrp="1"/>
          </p:cNvSpPr>
          <p:nvPr>
            <p:ph type="ftr" sz="quarter" idx="4"/>
          </p:nvPr>
        </p:nvSpPr>
        <p:spPr>
          <a:xfrm>
            <a:off x="0" y="8831263"/>
            <a:ext cx="3038475" cy="463550"/>
          </a:xfrm>
          <a:prstGeom prst="rect">
            <a:avLst/>
          </a:prstGeom>
        </p:spPr>
        <p:txBody>
          <a:bodyPr vert="horz" lIns="93173" tIns="46587" rIns="93173" bIns="46587" rtlCol="0" anchor="b"/>
          <a:lstStyle>
            <a:lvl1pPr algn="l" eaLnBrk="1" hangingPunct="1">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7630AC92-0B84-4B46-BFC1-1441199F65D7}"/>
              </a:ext>
            </a:extLst>
          </p:cNvPr>
          <p:cNvSpPr>
            <a:spLocks noGrp="1"/>
          </p:cNvSpPr>
          <p:nvPr>
            <p:ph type="sldNum" sz="quarter" idx="5"/>
          </p:nvPr>
        </p:nvSpPr>
        <p:spPr>
          <a:xfrm>
            <a:off x="3970338" y="8831263"/>
            <a:ext cx="3038475" cy="463550"/>
          </a:xfrm>
          <a:prstGeom prst="rect">
            <a:avLst/>
          </a:prstGeom>
        </p:spPr>
        <p:txBody>
          <a:bodyPr vert="horz" wrap="square" lIns="93173" tIns="46587" rIns="93173" bIns="46587" numCol="1" anchor="b" anchorCtr="0" compatLnSpc="1">
            <a:prstTxWarp prst="textNoShape">
              <a:avLst/>
            </a:prstTxWarp>
          </a:bodyPr>
          <a:lstStyle>
            <a:lvl1pPr algn="r" eaLnBrk="1" hangingPunct="1">
              <a:defRPr sz="1200" smtClean="0"/>
            </a:lvl1pPr>
          </a:lstStyle>
          <a:p>
            <a:pPr>
              <a:defRPr/>
            </a:pPr>
            <a:fld id="{6F4CE8AB-4494-4E6A-AD82-F14C6456F5A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A9A885FA-6A27-443D-9A05-7F3E687252D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a:extLst>
              <a:ext uri="{FF2B5EF4-FFF2-40B4-BE49-F238E27FC236}">
                <a16:creationId xmlns:a16="http://schemas.microsoft.com/office/drawing/2014/main" id="{587F8BD0-8587-44BB-A042-0C1EAC52BAC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Several organizational changes have recently occurred within Department of Natural Resources:</a:t>
            </a:r>
          </a:p>
          <a:p>
            <a:pPr marL="285750" indent="-285750">
              <a:buFont typeface="Arial" panose="020B0604020202020204" pitchFamily="34" charset="0"/>
              <a:buChar char="•"/>
            </a:pPr>
            <a:r>
              <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The Historic Preservation Division has transitioned to Department of Community Affairs on July 1</a:t>
            </a:r>
            <a:r>
              <a:rPr lang="en-US" sz="1800" baseline="30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st</a:t>
            </a:r>
            <a:r>
              <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while DNR retained the Archeology Unit</a:t>
            </a:r>
            <a:r>
              <a:rPr lang="en-US" sz="18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Also, the Wildlife Resources and Law Enforcement Divisions realigned their regions from different alignments to six Regions creating the same regional boundaries to bring about consistency and provide a more cohesive approach during natural disasters, emergency operations and inter-agency initiatives. </a:t>
            </a:r>
            <a:endParaRPr lang="en-US" altLang="en-US" dirty="0"/>
          </a:p>
        </p:txBody>
      </p:sp>
      <p:sp>
        <p:nvSpPr>
          <p:cNvPr id="12292" name="Slide Number Placeholder 3">
            <a:extLst>
              <a:ext uri="{FF2B5EF4-FFF2-40B4-BE49-F238E27FC236}">
                <a16:creationId xmlns:a16="http://schemas.microsoft.com/office/drawing/2014/main" id="{2D4A370E-5620-46CD-8A10-3C85F33CC86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8BF74C0-B75C-4595-BD29-9EF6107691C7}" type="slidenum">
              <a:rPr lang="en-US" altLang="en-US"/>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A39CE69F-FAD4-4ED3-9153-B8E3F865F30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a:extLst>
              <a:ext uri="{FF2B5EF4-FFF2-40B4-BE49-F238E27FC236}">
                <a16:creationId xmlns:a16="http://schemas.microsoft.com/office/drawing/2014/main" id="{0472FE73-5169-4325-A4FA-293060C96BFC}"/>
              </a:ext>
            </a:extLst>
          </p:cNvPr>
          <p:cNvSpPr>
            <a:spLocks noGrp="1" noChangeArrowheads="1"/>
          </p:cNvSpPr>
          <p:nvPr>
            <p:ph type="body" idx="1"/>
          </p:nvPr>
        </p:nvSpPr>
        <p:spPr bwMode="auto"/>
        <p:txBody>
          <a:bodyPr wrap="square" numCol="1" anchor="t" anchorCtr="0" compatLnSpc="1">
            <a:prstTxWarp prst="textNoShape">
              <a:avLst/>
            </a:prstTxWarp>
            <a:normAutofit/>
          </a:bodyPr>
          <a:lstStyle/>
          <a:p>
            <a:pPr marL="0" marR="0">
              <a:lnSpc>
                <a:spcPct val="115000"/>
              </a:lnSpc>
              <a:spcBef>
                <a:spcPts val="0"/>
              </a:spcBef>
              <a:spcAft>
                <a:spcPts val="1000"/>
              </a:spcAft>
            </a:pPr>
            <a:r>
              <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 have evaluated the region boundary alignments as well as the HPD changes and have determined we must restructure at the region and division level.  The goals of this restructure are to:</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nSpc>
                <a:spcPct val="115000"/>
              </a:lnSpc>
              <a:spcBef>
                <a:spcPts val="0"/>
              </a:spcBef>
              <a:spcAft>
                <a:spcPts val="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Symbol" panose="05050102010706020507" pitchFamily="18" charset="2"/>
              </a:rPr>
              <a:t>Establish the same region boundaries to bring further consistency within the Department’s Law Enforcement, Wildlife Resources and Parks Divisions</a:t>
            </a:r>
          </a:p>
          <a:p>
            <a:pPr marL="800100" marR="0" lvl="1" indent="-342900">
              <a:lnSpc>
                <a:spcPct val="115000"/>
              </a:lnSpc>
              <a:spcBef>
                <a:spcPts val="0"/>
              </a:spcBef>
              <a:spcAft>
                <a:spcPts val="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Symbol" panose="05050102010706020507" pitchFamily="18" charset="2"/>
              </a:rPr>
              <a:t>Streamline services for higher efficiency</a:t>
            </a:r>
          </a:p>
          <a:p>
            <a:pPr marL="800100" marR="0" lvl="1" indent="-342900">
              <a:lnSpc>
                <a:spcPct val="115000"/>
              </a:lnSpc>
              <a:spcBef>
                <a:spcPts val="0"/>
              </a:spcBef>
              <a:spcAft>
                <a:spcPts val="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Symbol" panose="05050102010706020507" pitchFamily="18" charset="2"/>
              </a:rPr>
              <a:t>Reduced duplication of services</a:t>
            </a:r>
          </a:p>
          <a:p>
            <a:pPr marL="800100" marR="0" lvl="1" indent="-342900">
              <a:lnSpc>
                <a:spcPct val="115000"/>
              </a:lnSpc>
              <a:spcBef>
                <a:spcPts val="0"/>
              </a:spcBef>
              <a:spcAft>
                <a:spcPts val="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Symbol" panose="05050102010706020507" pitchFamily="18" charset="2"/>
              </a:rPr>
              <a:t>Improve span of control for headquarters and region level supervisors</a:t>
            </a:r>
          </a:p>
          <a:p>
            <a:pPr>
              <a:defRPr/>
            </a:pPr>
            <a:endParaRPr lang="en-US" altLang="en-US" sz="1600" dirty="0"/>
          </a:p>
        </p:txBody>
      </p:sp>
      <p:sp>
        <p:nvSpPr>
          <p:cNvPr id="18436" name="Slide Number Placeholder 3">
            <a:extLst>
              <a:ext uri="{FF2B5EF4-FFF2-40B4-BE49-F238E27FC236}">
                <a16:creationId xmlns:a16="http://schemas.microsoft.com/office/drawing/2014/main" id="{E5D18BF1-F829-449D-B3E2-3467A9CA24D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240D666-4CA0-4EF4-ACD5-A034D6C103EA}" type="slidenum">
              <a:rPr lang="en-US" altLang="en-US"/>
              <a:pPr/>
              <a:t>2</a:t>
            </a:fld>
            <a:endParaRPr lang="en-US" altLang="en-US"/>
          </a:p>
        </p:txBody>
      </p:sp>
    </p:spTree>
    <p:extLst>
      <p:ext uri="{BB962C8B-B14F-4D97-AF65-F5344CB8AC3E}">
        <p14:creationId xmlns:p14="http://schemas.microsoft.com/office/powerpoint/2010/main" val="2538621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A39CE69F-FAD4-4ED3-9153-B8E3F865F30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a:extLst>
              <a:ext uri="{FF2B5EF4-FFF2-40B4-BE49-F238E27FC236}">
                <a16:creationId xmlns:a16="http://schemas.microsoft.com/office/drawing/2014/main" id="{0472FE73-5169-4325-A4FA-293060C96BFC}"/>
              </a:ext>
            </a:extLst>
          </p:cNvPr>
          <p:cNvSpPr>
            <a:spLocks noGrp="1" noChangeArrowheads="1"/>
          </p:cNvSpPr>
          <p:nvPr>
            <p:ph type="body" idx="1"/>
          </p:nvPr>
        </p:nvSpPr>
        <p:spPr bwMode="auto"/>
        <p:txBody>
          <a:bodyPr wrap="square" numCol="1" anchor="t" anchorCtr="0" compatLnSpc="1">
            <a:prstTxWarp prst="textNoShape">
              <a:avLst/>
            </a:prstTxWarp>
            <a:normAutofit/>
          </a:bodyPr>
          <a:lstStyle/>
          <a:p>
            <a:pPr>
              <a:defRPr/>
            </a:pPr>
            <a:endParaRPr lang="en-US" altLang="en-US" sz="1600" dirty="0"/>
          </a:p>
        </p:txBody>
      </p:sp>
      <p:sp>
        <p:nvSpPr>
          <p:cNvPr id="18436" name="Slide Number Placeholder 3">
            <a:extLst>
              <a:ext uri="{FF2B5EF4-FFF2-40B4-BE49-F238E27FC236}">
                <a16:creationId xmlns:a16="http://schemas.microsoft.com/office/drawing/2014/main" id="{E5D18BF1-F829-449D-B3E2-3467A9CA24D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240D666-4CA0-4EF4-ACD5-A034D6C103EA}" type="slidenum">
              <a:rPr lang="en-US" altLang="en-US"/>
              <a:pPr/>
              <a:t>3</a:t>
            </a:fld>
            <a:endParaRPr lang="en-US" altLang="en-US"/>
          </a:p>
        </p:txBody>
      </p:sp>
    </p:spTree>
    <p:extLst>
      <p:ext uri="{BB962C8B-B14F-4D97-AF65-F5344CB8AC3E}">
        <p14:creationId xmlns:p14="http://schemas.microsoft.com/office/powerpoint/2010/main" val="1288601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A39CE69F-FAD4-4ED3-9153-B8E3F865F30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a:extLst>
              <a:ext uri="{FF2B5EF4-FFF2-40B4-BE49-F238E27FC236}">
                <a16:creationId xmlns:a16="http://schemas.microsoft.com/office/drawing/2014/main" id="{0472FE73-5169-4325-A4FA-293060C96BFC}"/>
              </a:ext>
            </a:extLst>
          </p:cNvPr>
          <p:cNvSpPr>
            <a:spLocks noGrp="1" noChangeArrowheads="1"/>
          </p:cNvSpPr>
          <p:nvPr>
            <p:ph type="body" idx="1"/>
          </p:nvPr>
        </p:nvSpPr>
        <p:spPr bwMode="auto"/>
        <p:txBody>
          <a:bodyPr wrap="square" numCol="1" anchor="t" anchorCtr="0" compatLnSpc="1">
            <a:prstTxWarp prst="textNoShape">
              <a:avLst/>
            </a:prstTxWarp>
            <a:normAutofit/>
          </a:bodyPr>
          <a:lstStyle/>
          <a:p>
            <a:pPr>
              <a:defRPr/>
            </a:pPr>
            <a:endParaRPr lang="en-US" altLang="en-US" sz="1600" dirty="0"/>
          </a:p>
        </p:txBody>
      </p:sp>
      <p:sp>
        <p:nvSpPr>
          <p:cNvPr id="18436" name="Slide Number Placeholder 3">
            <a:extLst>
              <a:ext uri="{FF2B5EF4-FFF2-40B4-BE49-F238E27FC236}">
                <a16:creationId xmlns:a16="http://schemas.microsoft.com/office/drawing/2014/main" id="{E5D18BF1-F829-449D-B3E2-3467A9CA24D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240D666-4CA0-4EF4-ACD5-A034D6C103EA}" type="slidenum">
              <a:rPr lang="en-US" altLang="en-US"/>
              <a:pPr/>
              <a:t>4</a:t>
            </a:fld>
            <a:endParaRPr lang="en-US" altLang="en-US"/>
          </a:p>
        </p:txBody>
      </p:sp>
    </p:spTree>
    <p:extLst>
      <p:ext uri="{BB962C8B-B14F-4D97-AF65-F5344CB8AC3E}">
        <p14:creationId xmlns:p14="http://schemas.microsoft.com/office/powerpoint/2010/main" val="2717175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appreciate your support, flexibility, and shared desire to continue moving the Parks, Recreation and Historic Sites Division forward. </a:t>
            </a:r>
          </a:p>
        </p:txBody>
      </p:sp>
      <p:sp>
        <p:nvSpPr>
          <p:cNvPr id="4" name="Slide Number Placeholder 3"/>
          <p:cNvSpPr>
            <a:spLocks noGrp="1"/>
          </p:cNvSpPr>
          <p:nvPr>
            <p:ph type="sldNum" sz="quarter" idx="5"/>
          </p:nvPr>
        </p:nvSpPr>
        <p:spPr/>
        <p:txBody>
          <a:bodyPr/>
          <a:lstStyle/>
          <a:p>
            <a:pPr>
              <a:defRPr/>
            </a:pPr>
            <a:fld id="{6F4CE8AB-4494-4E6A-AD82-F14C6456F5AD}" type="slidenum">
              <a:rPr lang="en-US" altLang="en-US" smtClean="0"/>
              <a:pPr>
                <a:defRPr/>
              </a:pPr>
              <a:t>5</a:t>
            </a:fld>
            <a:endParaRPr lang="en-US" altLang="en-US"/>
          </a:p>
        </p:txBody>
      </p:sp>
    </p:spTree>
    <p:extLst>
      <p:ext uri="{BB962C8B-B14F-4D97-AF65-F5344CB8AC3E}">
        <p14:creationId xmlns:p14="http://schemas.microsoft.com/office/powerpoint/2010/main" val="33028579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C2642157-4EFE-4597-8E9B-8815CAC03E4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08000" y="609600"/>
            <a:ext cx="11237913" cy="5638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3" name="Text Box 8">
            <a:extLst>
              <a:ext uri="{FF2B5EF4-FFF2-40B4-BE49-F238E27FC236}">
                <a16:creationId xmlns:a16="http://schemas.microsoft.com/office/drawing/2014/main" id="{F2F8E3F8-59E0-4D16-9AE4-89F7251B4A29}"/>
              </a:ext>
            </a:extLst>
          </p:cNvPr>
          <p:cNvSpPr txBox="1">
            <a:spLocks noChangeArrowheads="1"/>
          </p:cNvSpPr>
          <p:nvPr userDrawn="1"/>
        </p:nvSpPr>
        <p:spPr bwMode="auto">
          <a:xfrm>
            <a:off x="487363" y="6415088"/>
            <a:ext cx="4775200" cy="366712"/>
          </a:xfrm>
          <a:prstGeom prst="rect">
            <a:avLst/>
          </a:prstGeom>
          <a:noFill/>
          <a:ln>
            <a:noFill/>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defRPr/>
            </a:pPr>
            <a:endParaRPr lang="en-US"/>
          </a:p>
        </p:txBody>
      </p:sp>
      <p:sp>
        <p:nvSpPr>
          <p:cNvPr id="4" name="Text Box 12">
            <a:extLst>
              <a:ext uri="{FF2B5EF4-FFF2-40B4-BE49-F238E27FC236}">
                <a16:creationId xmlns:a16="http://schemas.microsoft.com/office/drawing/2014/main" id="{FBF862AD-2577-4560-B0B0-E3DE22FBEBBE}"/>
              </a:ext>
            </a:extLst>
          </p:cNvPr>
          <p:cNvSpPr txBox="1">
            <a:spLocks noChangeArrowheads="1"/>
          </p:cNvSpPr>
          <p:nvPr userDrawn="1"/>
        </p:nvSpPr>
        <p:spPr bwMode="auto">
          <a:xfrm>
            <a:off x="5384800" y="6400800"/>
            <a:ext cx="6502400" cy="369888"/>
          </a:xfrm>
          <a:prstGeom prst="rect">
            <a:avLst/>
          </a:prstGeom>
          <a:solidFill>
            <a:schemeClr val="bg1"/>
          </a:solidFill>
          <a:ln>
            <a:noFill/>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spcBef>
                <a:spcPct val="50000"/>
              </a:spcBef>
              <a:defRPr/>
            </a:pPr>
            <a:r>
              <a:rPr lang="en-US" b="1" dirty="0">
                <a:latin typeface="Georgia" pitchFamily="18" charset="0"/>
              </a:rPr>
              <a:t>Rotary Club of Griffin </a:t>
            </a:r>
          </a:p>
        </p:txBody>
      </p:sp>
      <p:sp>
        <p:nvSpPr>
          <p:cNvPr id="5" name="Text Box 11">
            <a:extLst>
              <a:ext uri="{FF2B5EF4-FFF2-40B4-BE49-F238E27FC236}">
                <a16:creationId xmlns:a16="http://schemas.microsoft.com/office/drawing/2014/main" id="{F01081BF-5F43-4B47-9C85-334B6E328F32}"/>
              </a:ext>
            </a:extLst>
          </p:cNvPr>
          <p:cNvSpPr txBox="1">
            <a:spLocks noChangeArrowheads="1"/>
          </p:cNvSpPr>
          <p:nvPr userDrawn="1"/>
        </p:nvSpPr>
        <p:spPr bwMode="auto">
          <a:xfrm>
            <a:off x="406400" y="6400800"/>
            <a:ext cx="3454400" cy="369888"/>
          </a:xfrm>
          <a:prstGeom prst="rect">
            <a:avLst/>
          </a:prstGeom>
          <a:solidFill>
            <a:schemeClr val="bg1"/>
          </a:solidFill>
          <a:ln>
            <a:noFill/>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defRPr/>
            </a:pPr>
            <a:r>
              <a:rPr lang="en-US" b="1" dirty="0">
                <a:latin typeface="Georgia" pitchFamily="18" charset="0"/>
              </a:rPr>
              <a:t>July 25, 2013</a:t>
            </a:r>
          </a:p>
        </p:txBody>
      </p:sp>
      <p:sp>
        <p:nvSpPr>
          <p:cNvPr id="6" name="Line 13">
            <a:extLst>
              <a:ext uri="{FF2B5EF4-FFF2-40B4-BE49-F238E27FC236}">
                <a16:creationId xmlns:a16="http://schemas.microsoft.com/office/drawing/2014/main" id="{56EC2B19-1A18-4F80-B3E3-74DDAB8E9402}"/>
              </a:ext>
            </a:extLst>
          </p:cNvPr>
          <p:cNvSpPr>
            <a:spLocks noChangeShapeType="1"/>
          </p:cNvSpPr>
          <p:nvPr userDrawn="1"/>
        </p:nvSpPr>
        <p:spPr bwMode="auto">
          <a:xfrm>
            <a:off x="0" y="6324600"/>
            <a:ext cx="12192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7" name="Picture 19" descr="State Parks logo color">
            <a:extLst>
              <a:ext uri="{FF2B5EF4-FFF2-40B4-BE49-F238E27FC236}">
                <a16:creationId xmlns:a16="http://schemas.microsoft.com/office/drawing/2014/main" id="{AC3C0F7B-E2AB-4EBD-BBC3-67E86A40BE3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312988" y="152400"/>
            <a:ext cx="7542212" cy="19288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4428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0203"/>
            <a:ext cx="109728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10877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21050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458382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5820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2033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55784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3795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2821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1061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600203"/>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8985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0660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EAFB92-805B-45C3-9DC0-DBC439CBD0C3}"/>
              </a:ext>
            </a:extLst>
          </p:cNvPr>
          <p:cNvSpPr/>
          <p:nvPr userDrawn="1"/>
        </p:nvSpPr>
        <p:spPr>
          <a:xfrm>
            <a:off x="0" y="1847850"/>
            <a:ext cx="12192000" cy="1306513"/>
          </a:xfrm>
          <a:prstGeom prst="rect">
            <a:avLst/>
          </a:prstGeom>
          <a:solidFill>
            <a:srgbClr val="817C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 name="Picture 2" descr="C:\Users\bchambers\Documents\Files\GSPHS\Logos\Logos\GSPHS Corporate Logos\GSPHS Logos\eps files.eps\GSPHS-Color-corp.png">
            <a:extLst>
              <a:ext uri="{FF2B5EF4-FFF2-40B4-BE49-F238E27FC236}">
                <a16:creationId xmlns:a16="http://schemas.microsoft.com/office/drawing/2014/main" id="{ECBF7296-8C7E-46ED-AECE-41F583F5543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778250" y="150813"/>
            <a:ext cx="4622800" cy="159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2174473"/>
            <a:ext cx="9144000" cy="757237"/>
          </a:xfrm>
        </p:spPr>
        <p:txBody>
          <a:bodyPr anchor="b"/>
          <a:lstStyle>
            <a:lvl1pPr algn="ctr">
              <a:defRPr sz="6000" baseline="0">
                <a:solidFill>
                  <a:schemeClr val="bg1"/>
                </a:solidFill>
                <a:latin typeface="Garamond" charset="0"/>
                <a:ea typeface="Garamond" charset="0"/>
                <a:cs typeface="Garamond" charset="0"/>
              </a:defRPr>
            </a:lvl1pPr>
          </a:lstStyle>
          <a:p>
            <a:r>
              <a:rPr lang="en-US"/>
              <a:t>Click to edit Master title style</a:t>
            </a:r>
            <a:endParaRPr lang="en-US" dirty="0"/>
          </a:p>
        </p:txBody>
      </p:sp>
      <p:sp>
        <p:nvSpPr>
          <p:cNvPr id="3" name="Subtitle 2"/>
          <p:cNvSpPr>
            <a:spLocks noGrp="1"/>
          </p:cNvSpPr>
          <p:nvPr>
            <p:ph type="subTitle" idx="1"/>
          </p:nvPr>
        </p:nvSpPr>
        <p:spPr>
          <a:xfrm>
            <a:off x="1524000" y="3944385"/>
            <a:ext cx="9144000" cy="401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Date Placeholder 13">
            <a:extLst>
              <a:ext uri="{FF2B5EF4-FFF2-40B4-BE49-F238E27FC236}">
                <a16:creationId xmlns:a16="http://schemas.microsoft.com/office/drawing/2014/main" id="{F8B750AD-3A12-4189-9D74-FEA2063D0B94}"/>
              </a:ext>
            </a:extLst>
          </p:cNvPr>
          <p:cNvSpPr>
            <a:spLocks noGrp="1"/>
          </p:cNvSpPr>
          <p:nvPr>
            <p:ph type="dt" sz="half" idx="10"/>
          </p:nvPr>
        </p:nvSpPr>
        <p:spPr>
          <a:xfrm>
            <a:off x="0" y="0"/>
            <a:ext cx="0" cy="0"/>
          </a:xfrm>
        </p:spPr>
        <p:txBody>
          <a:bodyPr/>
          <a:lstStyle>
            <a:lvl1pPr>
              <a:defRPr/>
            </a:lvl1pPr>
          </a:lstStyle>
          <a:p>
            <a:pPr>
              <a:defRPr/>
            </a:pPr>
            <a:r>
              <a:rPr lang="en-US"/>
              <a:t>11/15/17</a:t>
            </a:r>
          </a:p>
        </p:txBody>
      </p:sp>
      <p:sp>
        <p:nvSpPr>
          <p:cNvPr id="7" name="Footer Placeholder 14">
            <a:extLst>
              <a:ext uri="{FF2B5EF4-FFF2-40B4-BE49-F238E27FC236}">
                <a16:creationId xmlns:a16="http://schemas.microsoft.com/office/drawing/2014/main" id="{0C05CF77-8376-4EAD-947B-74C3809BA715}"/>
              </a:ext>
            </a:extLst>
          </p:cNvPr>
          <p:cNvSpPr>
            <a:spLocks noGrp="1"/>
          </p:cNvSpPr>
          <p:nvPr>
            <p:ph type="ftr" sz="quarter" idx="11"/>
          </p:nvPr>
        </p:nvSpPr>
        <p:spPr>
          <a:xfrm>
            <a:off x="0" y="0"/>
            <a:ext cx="0" cy="0"/>
          </a:xfrm>
        </p:spPr>
        <p:txBody>
          <a:bodyPr/>
          <a:lstStyle>
            <a:lvl1pPr>
              <a:defRPr/>
            </a:lvl1pPr>
          </a:lstStyle>
          <a:p>
            <a:pPr>
              <a:defRPr/>
            </a:pPr>
            <a:r>
              <a:rPr lang="en-US"/>
              <a:t>Presenter</a:t>
            </a:r>
          </a:p>
        </p:txBody>
      </p:sp>
    </p:spTree>
    <p:extLst>
      <p:ext uri="{BB962C8B-B14F-4D97-AF65-F5344CB8AC3E}">
        <p14:creationId xmlns:p14="http://schemas.microsoft.com/office/powerpoint/2010/main" val="10629446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5ED85378-7789-446D-9375-BBA95AE7A18A}"/>
              </a:ext>
            </a:extLst>
          </p:cNvPr>
          <p:cNvSpPr>
            <a:spLocks noGrp="1"/>
          </p:cNvSpPr>
          <p:nvPr>
            <p:ph type="dt" sz="half" idx="10"/>
          </p:nvPr>
        </p:nvSpPr>
        <p:spPr/>
        <p:txBody>
          <a:bodyPr/>
          <a:lstStyle>
            <a:lvl1pPr>
              <a:defRPr/>
            </a:lvl1pPr>
          </a:lstStyle>
          <a:p>
            <a:pPr>
              <a:defRPr/>
            </a:pPr>
            <a:fld id="{CAB92A2D-4C6B-4C7D-B66C-2316D1003744}" type="datetimeFigureOut">
              <a:rPr lang="en-US"/>
              <a:pPr>
                <a:defRPr/>
              </a:pPr>
              <a:t>8/17/2020</a:t>
            </a:fld>
            <a:endParaRPr lang="en-US"/>
          </a:p>
        </p:txBody>
      </p:sp>
      <p:sp>
        <p:nvSpPr>
          <p:cNvPr id="5" name="Footer Placeholder 4">
            <a:extLst>
              <a:ext uri="{FF2B5EF4-FFF2-40B4-BE49-F238E27FC236}">
                <a16:creationId xmlns:a16="http://schemas.microsoft.com/office/drawing/2014/main" id="{E0046D53-B3A3-4DDB-937B-3580B42B936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69832D2-7F4F-4301-876C-37E3AC45514C}"/>
              </a:ext>
            </a:extLst>
          </p:cNvPr>
          <p:cNvSpPr>
            <a:spLocks noGrp="1"/>
          </p:cNvSpPr>
          <p:nvPr>
            <p:ph type="sldNum" sz="quarter" idx="12"/>
          </p:nvPr>
        </p:nvSpPr>
        <p:spPr/>
        <p:txBody>
          <a:bodyPr/>
          <a:lstStyle>
            <a:lvl1pPr>
              <a:defRPr/>
            </a:lvl1pPr>
          </a:lstStyle>
          <a:p>
            <a:pPr>
              <a:defRPr/>
            </a:pPr>
            <a:fld id="{2AB8AAA1-4849-4D7A-AA68-3EE9AA5151D8}" type="slidenum">
              <a:rPr lang="en-US" altLang="en-US"/>
              <a:pPr>
                <a:defRPr/>
              </a:pPr>
              <a:t>‹#›</a:t>
            </a:fld>
            <a:endParaRPr lang="en-US" altLang="en-US"/>
          </a:p>
        </p:txBody>
      </p:sp>
    </p:spTree>
    <p:extLst>
      <p:ext uri="{BB962C8B-B14F-4D97-AF65-F5344CB8AC3E}">
        <p14:creationId xmlns:p14="http://schemas.microsoft.com/office/powerpoint/2010/main" val="21830890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C97881-1356-4D0B-9AC7-E66F7209E0F9}"/>
              </a:ext>
            </a:extLst>
          </p:cNvPr>
          <p:cNvSpPr>
            <a:spLocks noGrp="1"/>
          </p:cNvSpPr>
          <p:nvPr>
            <p:ph type="dt" sz="half" idx="10"/>
          </p:nvPr>
        </p:nvSpPr>
        <p:spPr/>
        <p:txBody>
          <a:bodyPr/>
          <a:lstStyle>
            <a:lvl1pPr>
              <a:defRPr/>
            </a:lvl1pPr>
          </a:lstStyle>
          <a:p>
            <a:pPr>
              <a:defRPr/>
            </a:pPr>
            <a:fld id="{D29CB4FA-A9DC-47B3-8E53-EEDEF1EC63E4}" type="datetimeFigureOut">
              <a:rPr lang="en-US"/>
              <a:pPr>
                <a:defRPr/>
              </a:pPr>
              <a:t>8/17/2020</a:t>
            </a:fld>
            <a:endParaRPr lang="en-US"/>
          </a:p>
        </p:txBody>
      </p:sp>
      <p:sp>
        <p:nvSpPr>
          <p:cNvPr id="5" name="Footer Placeholder 4">
            <a:extLst>
              <a:ext uri="{FF2B5EF4-FFF2-40B4-BE49-F238E27FC236}">
                <a16:creationId xmlns:a16="http://schemas.microsoft.com/office/drawing/2014/main" id="{B931C33E-D701-41B1-9CB8-EA8AA7AEED0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EF7E4DD-7B87-4753-9632-426D71E4FFDC}"/>
              </a:ext>
            </a:extLst>
          </p:cNvPr>
          <p:cNvSpPr>
            <a:spLocks noGrp="1"/>
          </p:cNvSpPr>
          <p:nvPr>
            <p:ph type="sldNum" sz="quarter" idx="12"/>
          </p:nvPr>
        </p:nvSpPr>
        <p:spPr/>
        <p:txBody>
          <a:bodyPr/>
          <a:lstStyle>
            <a:lvl1pPr>
              <a:defRPr/>
            </a:lvl1pPr>
          </a:lstStyle>
          <a:p>
            <a:pPr>
              <a:defRPr/>
            </a:pPr>
            <a:fld id="{12260853-9C93-4D3A-9047-B401D2C736B2}" type="slidenum">
              <a:rPr lang="en-US" altLang="en-US"/>
              <a:pPr>
                <a:defRPr/>
              </a:pPr>
              <a:t>‹#›</a:t>
            </a:fld>
            <a:endParaRPr lang="en-US" altLang="en-US"/>
          </a:p>
        </p:txBody>
      </p:sp>
    </p:spTree>
    <p:extLst>
      <p:ext uri="{BB962C8B-B14F-4D97-AF65-F5344CB8AC3E}">
        <p14:creationId xmlns:p14="http://schemas.microsoft.com/office/powerpoint/2010/main" val="21217650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11C4FE-D735-46B0-9AD4-FBBC7FA3CF72}"/>
              </a:ext>
            </a:extLst>
          </p:cNvPr>
          <p:cNvSpPr>
            <a:spLocks noGrp="1"/>
          </p:cNvSpPr>
          <p:nvPr>
            <p:ph type="dt" sz="half" idx="10"/>
          </p:nvPr>
        </p:nvSpPr>
        <p:spPr/>
        <p:txBody>
          <a:bodyPr/>
          <a:lstStyle>
            <a:lvl1pPr>
              <a:defRPr/>
            </a:lvl1pPr>
          </a:lstStyle>
          <a:p>
            <a:pPr>
              <a:defRPr/>
            </a:pPr>
            <a:fld id="{4EF2941C-BE90-4023-BD57-522791C15FE0}" type="datetimeFigureOut">
              <a:rPr lang="en-US"/>
              <a:pPr>
                <a:defRPr/>
              </a:pPr>
              <a:t>8/17/2020</a:t>
            </a:fld>
            <a:endParaRPr lang="en-US"/>
          </a:p>
        </p:txBody>
      </p:sp>
      <p:sp>
        <p:nvSpPr>
          <p:cNvPr id="5" name="Footer Placeholder 4">
            <a:extLst>
              <a:ext uri="{FF2B5EF4-FFF2-40B4-BE49-F238E27FC236}">
                <a16:creationId xmlns:a16="http://schemas.microsoft.com/office/drawing/2014/main" id="{7A0560A1-B44D-4370-AC41-126B26EF8CB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BB007FE-38EE-449C-90BD-4D40A0ECBD2E}"/>
              </a:ext>
            </a:extLst>
          </p:cNvPr>
          <p:cNvSpPr>
            <a:spLocks noGrp="1"/>
          </p:cNvSpPr>
          <p:nvPr>
            <p:ph type="sldNum" sz="quarter" idx="12"/>
          </p:nvPr>
        </p:nvSpPr>
        <p:spPr/>
        <p:txBody>
          <a:bodyPr/>
          <a:lstStyle>
            <a:lvl1pPr>
              <a:defRPr/>
            </a:lvl1pPr>
          </a:lstStyle>
          <a:p>
            <a:pPr>
              <a:defRPr/>
            </a:pPr>
            <a:fld id="{27427ABB-CA00-44C1-8A47-86AD635BA7D0}" type="slidenum">
              <a:rPr lang="en-US" altLang="en-US"/>
              <a:pPr>
                <a:defRPr/>
              </a:pPr>
              <a:t>‹#›</a:t>
            </a:fld>
            <a:endParaRPr lang="en-US" altLang="en-US"/>
          </a:p>
        </p:txBody>
      </p:sp>
    </p:spTree>
    <p:extLst>
      <p:ext uri="{BB962C8B-B14F-4D97-AF65-F5344CB8AC3E}">
        <p14:creationId xmlns:p14="http://schemas.microsoft.com/office/powerpoint/2010/main" val="161643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12B0638F-4182-4AE3-89F2-4A4B258512B0}"/>
              </a:ext>
            </a:extLst>
          </p:cNvPr>
          <p:cNvSpPr>
            <a:spLocks noGrp="1"/>
          </p:cNvSpPr>
          <p:nvPr>
            <p:ph type="dt" sz="half" idx="10"/>
          </p:nvPr>
        </p:nvSpPr>
        <p:spPr/>
        <p:txBody>
          <a:bodyPr/>
          <a:lstStyle>
            <a:lvl1pPr>
              <a:defRPr/>
            </a:lvl1pPr>
          </a:lstStyle>
          <a:p>
            <a:pPr>
              <a:defRPr/>
            </a:pPr>
            <a:fld id="{A45042EC-4750-4B36-B8C9-1A39E535774A}" type="datetimeFigureOut">
              <a:rPr lang="en-US"/>
              <a:pPr>
                <a:defRPr/>
              </a:pPr>
              <a:t>8/17/2020</a:t>
            </a:fld>
            <a:endParaRPr lang="en-US"/>
          </a:p>
        </p:txBody>
      </p:sp>
      <p:sp>
        <p:nvSpPr>
          <p:cNvPr id="6" name="Footer Placeholder 4">
            <a:extLst>
              <a:ext uri="{FF2B5EF4-FFF2-40B4-BE49-F238E27FC236}">
                <a16:creationId xmlns:a16="http://schemas.microsoft.com/office/drawing/2014/main" id="{82CFAD10-BCA5-4D26-824F-D3F555C34B5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A121419-BDC8-482E-A1C0-DF7EC1DC481B}"/>
              </a:ext>
            </a:extLst>
          </p:cNvPr>
          <p:cNvSpPr>
            <a:spLocks noGrp="1"/>
          </p:cNvSpPr>
          <p:nvPr>
            <p:ph type="sldNum" sz="quarter" idx="12"/>
          </p:nvPr>
        </p:nvSpPr>
        <p:spPr/>
        <p:txBody>
          <a:bodyPr/>
          <a:lstStyle>
            <a:lvl1pPr>
              <a:defRPr/>
            </a:lvl1pPr>
          </a:lstStyle>
          <a:p>
            <a:pPr>
              <a:defRPr/>
            </a:pPr>
            <a:fld id="{91C9F73D-F728-40FB-94A8-E1469255CD67}" type="slidenum">
              <a:rPr lang="en-US" altLang="en-US"/>
              <a:pPr>
                <a:defRPr/>
              </a:pPr>
              <a:t>‹#›</a:t>
            </a:fld>
            <a:endParaRPr lang="en-US" altLang="en-US"/>
          </a:p>
        </p:txBody>
      </p:sp>
    </p:spTree>
    <p:extLst>
      <p:ext uri="{BB962C8B-B14F-4D97-AF65-F5344CB8AC3E}">
        <p14:creationId xmlns:p14="http://schemas.microsoft.com/office/powerpoint/2010/main" val="36538370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73B379EF-7DB2-45DF-8A3A-740D8E2C95A0}"/>
              </a:ext>
            </a:extLst>
          </p:cNvPr>
          <p:cNvSpPr>
            <a:spLocks noGrp="1"/>
          </p:cNvSpPr>
          <p:nvPr>
            <p:ph type="dt" sz="half" idx="10"/>
          </p:nvPr>
        </p:nvSpPr>
        <p:spPr/>
        <p:txBody>
          <a:bodyPr/>
          <a:lstStyle>
            <a:lvl1pPr>
              <a:defRPr/>
            </a:lvl1pPr>
          </a:lstStyle>
          <a:p>
            <a:pPr>
              <a:defRPr/>
            </a:pPr>
            <a:fld id="{4BC31B24-E413-4712-9634-C2E2E7F9F210}" type="datetimeFigureOut">
              <a:rPr lang="en-US"/>
              <a:pPr>
                <a:defRPr/>
              </a:pPr>
              <a:t>8/17/2020</a:t>
            </a:fld>
            <a:endParaRPr lang="en-US"/>
          </a:p>
        </p:txBody>
      </p:sp>
      <p:sp>
        <p:nvSpPr>
          <p:cNvPr id="8" name="Footer Placeholder 4">
            <a:extLst>
              <a:ext uri="{FF2B5EF4-FFF2-40B4-BE49-F238E27FC236}">
                <a16:creationId xmlns:a16="http://schemas.microsoft.com/office/drawing/2014/main" id="{84B0C74C-A244-4F65-BE94-48C44E087CC8}"/>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BF2633AC-5169-4BF7-9BB5-A91E2C69191F}"/>
              </a:ext>
            </a:extLst>
          </p:cNvPr>
          <p:cNvSpPr>
            <a:spLocks noGrp="1"/>
          </p:cNvSpPr>
          <p:nvPr>
            <p:ph type="sldNum" sz="quarter" idx="12"/>
          </p:nvPr>
        </p:nvSpPr>
        <p:spPr/>
        <p:txBody>
          <a:bodyPr/>
          <a:lstStyle>
            <a:lvl1pPr>
              <a:defRPr/>
            </a:lvl1pPr>
          </a:lstStyle>
          <a:p>
            <a:pPr>
              <a:defRPr/>
            </a:pPr>
            <a:fld id="{C991C059-7F5E-4ACC-AA73-1FBDE8CFCB3A}" type="slidenum">
              <a:rPr lang="en-US" altLang="en-US"/>
              <a:pPr>
                <a:defRPr/>
              </a:pPr>
              <a:t>‹#›</a:t>
            </a:fld>
            <a:endParaRPr lang="en-US" altLang="en-US"/>
          </a:p>
        </p:txBody>
      </p:sp>
    </p:spTree>
    <p:extLst>
      <p:ext uri="{BB962C8B-B14F-4D97-AF65-F5344CB8AC3E}">
        <p14:creationId xmlns:p14="http://schemas.microsoft.com/office/powerpoint/2010/main" val="16785684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47062BEE-9DDC-4D21-9BB2-A6984DCE8F1D}"/>
              </a:ext>
            </a:extLst>
          </p:cNvPr>
          <p:cNvSpPr>
            <a:spLocks noGrp="1"/>
          </p:cNvSpPr>
          <p:nvPr>
            <p:ph type="dt" sz="half" idx="10"/>
          </p:nvPr>
        </p:nvSpPr>
        <p:spPr/>
        <p:txBody>
          <a:bodyPr/>
          <a:lstStyle>
            <a:lvl1pPr>
              <a:defRPr/>
            </a:lvl1pPr>
          </a:lstStyle>
          <a:p>
            <a:pPr>
              <a:defRPr/>
            </a:pPr>
            <a:fld id="{511BE009-A1C7-4798-8F21-6FB842C6CB73}" type="datetimeFigureOut">
              <a:rPr lang="en-US"/>
              <a:pPr>
                <a:defRPr/>
              </a:pPr>
              <a:t>8/17/2020</a:t>
            </a:fld>
            <a:endParaRPr lang="en-US"/>
          </a:p>
        </p:txBody>
      </p:sp>
      <p:sp>
        <p:nvSpPr>
          <p:cNvPr id="4" name="Footer Placeholder 4">
            <a:extLst>
              <a:ext uri="{FF2B5EF4-FFF2-40B4-BE49-F238E27FC236}">
                <a16:creationId xmlns:a16="http://schemas.microsoft.com/office/drawing/2014/main" id="{4B1AA38C-2BDA-4151-9285-B5FAB51CBD82}"/>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E13C5FE8-96F2-4180-9278-130E13F34E05}"/>
              </a:ext>
            </a:extLst>
          </p:cNvPr>
          <p:cNvSpPr>
            <a:spLocks noGrp="1"/>
          </p:cNvSpPr>
          <p:nvPr>
            <p:ph type="sldNum" sz="quarter" idx="12"/>
          </p:nvPr>
        </p:nvSpPr>
        <p:spPr/>
        <p:txBody>
          <a:bodyPr/>
          <a:lstStyle>
            <a:lvl1pPr>
              <a:defRPr/>
            </a:lvl1pPr>
          </a:lstStyle>
          <a:p>
            <a:pPr>
              <a:defRPr/>
            </a:pPr>
            <a:fld id="{98D800CC-B71C-4103-9EFF-3D4C34019B40}" type="slidenum">
              <a:rPr lang="en-US" altLang="en-US"/>
              <a:pPr>
                <a:defRPr/>
              </a:pPr>
              <a:t>‹#›</a:t>
            </a:fld>
            <a:endParaRPr lang="en-US" altLang="en-US"/>
          </a:p>
        </p:txBody>
      </p:sp>
    </p:spTree>
    <p:extLst>
      <p:ext uri="{BB962C8B-B14F-4D97-AF65-F5344CB8AC3E}">
        <p14:creationId xmlns:p14="http://schemas.microsoft.com/office/powerpoint/2010/main" val="17692433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FB50224-E8DD-451A-9ACD-34F8A737789A}"/>
              </a:ext>
            </a:extLst>
          </p:cNvPr>
          <p:cNvSpPr>
            <a:spLocks noGrp="1"/>
          </p:cNvSpPr>
          <p:nvPr>
            <p:ph type="dt" sz="half" idx="10"/>
          </p:nvPr>
        </p:nvSpPr>
        <p:spPr/>
        <p:txBody>
          <a:bodyPr/>
          <a:lstStyle>
            <a:lvl1pPr>
              <a:defRPr/>
            </a:lvl1pPr>
          </a:lstStyle>
          <a:p>
            <a:pPr>
              <a:defRPr/>
            </a:pPr>
            <a:fld id="{DA7265A3-E4CA-45A4-BE00-916A4875ECB5}" type="datetimeFigureOut">
              <a:rPr lang="en-US"/>
              <a:pPr>
                <a:defRPr/>
              </a:pPr>
              <a:t>8/17/2020</a:t>
            </a:fld>
            <a:endParaRPr lang="en-US"/>
          </a:p>
        </p:txBody>
      </p:sp>
      <p:sp>
        <p:nvSpPr>
          <p:cNvPr id="3" name="Footer Placeholder 4">
            <a:extLst>
              <a:ext uri="{FF2B5EF4-FFF2-40B4-BE49-F238E27FC236}">
                <a16:creationId xmlns:a16="http://schemas.microsoft.com/office/drawing/2014/main" id="{D5B8785E-566D-4159-B576-ECFD82513C99}"/>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D358B11-4220-4A12-8578-43E0272A763A}"/>
              </a:ext>
            </a:extLst>
          </p:cNvPr>
          <p:cNvSpPr>
            <a:spLocks noGrp="1"/>
          </p:cNvSpPr>
          <p:nvPr>
            <p:ph type="sldNum" sz="quarter" idx="12"/>
          </p:nvPr>
        </p:nvSpPr>
        <p:spPr/>
        <p:txBody>
          <a:bodyPr/>
          <a:lstStyle>
            <a:lvl1pPr>
              <a:defRPr/>
            </a:lvl1pPr>
          </a:lstStyle>
          <a:p>
            <a:pPr>
              <a:defRPr/>
            </a:pPr>
            <a:fld id="{AB22E0E3-DEF3-4EE7-B3BE-93BDB6B00218}" type="slidenum">
              <a:rPr lang="en-US" altLang="en-US"/>
              <a:pPr>
                <a:defRPr/>
              </a:pPr>
              <a:t>‹#›</a:t>
            </a:fld>
            <a:endParaRPr lang="en-US" altLang="en-US"/>
          </a:p>
        </p:txBody>
      </p:sp>
    </p:spTree>
    <p:extLst>
      <p:ext uri="{BB962C8B-B14F-4D97-AF65-F5344CB8AC3E}">
        <p14:creationId xmlns:p14="http://schemas.microsoft.com/office/powerpoint/2010/main" val="18391095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A8AA90D7-920E-4D2C-B5D7-A506692A2781}"/>
              </a:ext>
            </a:extLst>
          </p:cNvPr>
          <p:cNvSpPr>
            <a:spLocks noGrp="1"/>
          </p:cNvSpPr>
          <p:nvPr>
            <p:ph type="dt" sz="half" idx="10"/>
          </p:nvPr>
        </p:nvSpPr>
        <p:spPr/>
        <p:txBody>
          <a:bodyPr/>
          <a:lstStyle>
            <a:lvl1pPr>
              <a:defRPr/>
            </a:lvl1pPr>
          </a:lstStyle>
          <a:p>
            <a:pPr>
              <a:defRPr/>
            </a:pPr>
            <a:fld id="{4FF78299-B0DC-451E-9EB5-50C7E0D154CC}" type="datetimeFigureOut">
              <a:rPr lang="en-US"/>
              <a:pPr>
                <a:defRPr/>
              </a:pPr>
              <a:t>8/17/2020</a:t>
            </a:fld>
            <a:endParaRPr lang="en-US"/>
          </a:p>
        </p:txBody>
      </p:sp>
      <p:sp>
        <p:nvSpPr>
          <p:cNvPr id="6" name="Footer Placeholder 4">
            <a:extLst>
              <a:ext uri="{FF2B5EF4-FFF2-40B4-BE49-F238E27FC236}">
                <a16:creationId xmlns:a16="http://schemas.microsoft.com/office/drawing/2014/main" id="{8AD7CEDB-ECD6-4A9F-B43D-EE2D289A3C5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0501385-E5DB-45E8-B942-0A6B9F02AD19}"/>
              </a:ext>
            </a:extLst>
          </p:cNvPr>
          <p:cNvSpPr>
            <a:spLocks noGrp="1"/>
          </p:cNvSpPr>
          <p:nvPr>
            <p:ph type="sldNum" sz="quarter" idx="12"/>
          </p:nvPr>
        </p:nvSpPr>
        <p:spPr/>
        <p:txBody>
          <a:bodyPr/>
          <a:lstStyle>
            <a:lvl1pPr>
              <a:defRPr/>
            </a:lvl1pPr>
          </a:lstStyle>
          <a:p>
            <a:pPr>
              <a:defRPr/>
            </a:pPr>
            <a:fld id="{8943ABE4-C141-421A-AFEC-03F7C522B989}" type="slidenum">
              <a:rPr lang="en-US" altLang="en-US"/>
              <a:pPr>
                <a:defRPr/>
              </a:pPr>
              <a:t>‹#›</a:t>
            </a:fld>
            <a:endParaRPr lang="en-US" altLang="en-US"/>
          </a:p>
        </p:txBody>
      </p:sp>
    </p:spTree>
    <p:extLst>
      <p:ext uri="{BB962C8B-B14F-4D97-AF65-F5344CB8AC3E}">
        <p14:creationId xmlns:p14="http://schemas.microsoft.com/office/powerpoint/2010/main" val="27693442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5073ECB6-63FF-4470-AF2E-D0A739A6266C}"/>
              </a:ext>
            </a:extLst>
          </p:cNvPr>
          <p:cNvSpPr>
            <a:spLocks noGrp="1"/>
          </p:cNvSpPr>
          <p:nvPr>
            <p:ph type="dt" sz="half" idx="10"/>
          </p:nvPr>
        </p:nvSpPr>
        <p:spPr/>
        <p:txBody>
          <a:bodyPr/>
          <a:lstStyle>
            <a:lvl1pPr>
              <a:defRPr/>
            </a:lvl1pPr>
          </a:lstStyle>
          <a:p>
            <a:pPr>
              <a:defRPr/>
            </a:pPr>
            <a:fld id="{1E0D7BF7-0C27-45BE-B059-AD59696ED7FE}" type="datetimeFigureOut">
              <a:rPr lang="en-US"/>
              <a:pPr>
                <a:defRPr/>
              </a:pPr>
              <a:t>8/17/2020</a:t>
            </a:fld>
            <a:endParaRPr lang="en-US"/>
          </a:p>
        </p:txBody>
      </p:sp>
      <p:sp>
        <p:nvSpPr>
          <p:cNvPr id="6" name="Footer Placeholder 4">
            <a:extLst>
              <a:ext uri="{FF2B5EF4-FFF2-40B4-BE49-F238E27FC236}">
                <a16:creationId xmlns:a16="http://schemas.microsoft.com/office/drawing/2014/main" id="{4BFBAEA5-B696-4E5F-B8B7-494BA00F284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0A5C70E-F4AA-40CA-B695-1E2D29539FE1}"/>
              </a:ext>
            </a:extLst>
          </p:cNvPr>
          <p:cNvSpPr>
            <a:spLocks noGrp="1"/>
          </p:cNvSpPr>
          <p:nvPr>
            <p:ph type="sldNum" sz="quarter" idx="12"/>
          </p:nvPr>
        </p:nvSpPr>
        <p:spPr/>
        <p:txBody>
          <a:bodyPr/>
          <a:lstStyle>
            <a:lvl1pPr>
              <a:defRPr/>
            </a:lvl1pPr>
          </a:lstStyle>
          <a:p>
            <a:pPr>
              <a:defRPr/>
            </a:pPr>
            <a:fld id="{9A29921A-12AA-42E4-A73C-89322261B8A9}" type="slidenum">
              <a:rPr lang="en-US" altLang="en-US"/>
              <a:pPr>
                <a:defRPr/>
              </a:pPr>
              <a:t>‹#›</a:t>
            </a:fld>
            <a:endParaRPr lang="en-US" altLang="en-US"/>
          </a:p>
        </p:txBody>
      </p:sp>
    </p:spTree>
    <p:extLst>
      <p:ext uri="{BB962C8B-B14F-4D97-AF65-F5344CB8AC3E}">
        <p14:creationId xmlns:p14="http://schemas.microsoft.com/office/powerpoint/2010/main" val="38887305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60CDC0-E3E0-4C03-8058-C7F39304A5A5}"/>
              </a:ext>
            </a:extLst>
          </p:cNvPr>
          <p:cNvSpPr>
            <a:spLocks noGrp="1"/>
          </p:cNvSpPr>
          <p:nvPr>
            <p:ph type="dt" sz="half" idx="10"/>
          </p:nvPr>
        </p:nvSpPr>
        <p:spPr/>
        <p:txBody>
          <a:bodyPr/>
          <a:lstStyle>
            <a:lvl1pPr>
              <a:defRPr/>
            </a:lvl1pPr>
          </a:lstStyle>
          <a:p>
            <a:pPr>
              <a:defRPr/>
            </a:pPr>
            <a:fld id="{B90D8CB1-0892-47EA-9D2B-2373C591C6A0}" type="datetimeFigureOut">
              <a:rPr lang="en-US"/>
              <a:pPr>
                <a:defRPr/>
              </a:pPr>
              <a:t>8/17/2020</a:t>
            </a:fld>
            <a:endParaRPr lang="en-US"/>
          </a:p>
        </p:txBody>
      </p:sp>
      <p:sp>
        <p:nvSpPr>
          <p:cNvPr id="5" name="Footer Placeholder 4">
            <a:extLst>
              <a:ext uri="{FF2B5EF4-FFF2-40B4-BE49-F238E27FC236}">
                <a16:creationId xmlns:a16="http://schemas.microsoft.com/office/drawing/2014/main" id="{2DFC7D92-7BFB-4581-AE66-37BC3F98D5E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DDA480A-E952-4DCC-87DF-103C5C966F61}"/>
              </a:ext>
            </a:extLst>
          </p:cNvPr>
          <p:cNvSpPr>
            <a:spLocks noGrp="1"/>
          </p:cNvSpPr>
          <p:nvPr>
            <p:ph type="sldNum" sz="quarter" idx="12"/>
          </p:nvPr>
        </p:nvSpPr>
        <p:spPr/>
        <p:txBody>
          <a:bodyPr/>
          <a:lstStyle>
            <a:lvl1pPr>
              <a:defRPr/>
            </a:lvl1pPr>
          </a:lstStyle>
          <a:p>
            <a:pPr>
              <a:defRPr/>
            </a:pPr>
            <a:fld id="{62230DAC-8A9D-4B42-89F9-D71101B4F33B}" type="slidenum">
              <a:rPr lang="en-US" altLang="en-US"/>
              <a:pPr>
                <a:defRPr/>
              </a:pPr>
              <a:t>‹#›</a:t>
            </a:fld>
            <a:endParaRPr lang="en-US" altLang="en-US"/>
          </a:p>
        </p:txBody>
      </p:sp>
    </p:spTree>
    <p:extLst>
      <p:ext uri="{BB962C8B-B14F-4D97-AF65-F5344CB8AC3E}">
        <p14:creationId xmlns:p14="http://schemas.microsoft.com/office/powerpoint/2010/main" val="21718622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892471-950B-4DFA-928A-1C795BB5EF44}"/>
              </a:ext>
            </a:extLst>
          </p:cNvPr>
          <p:cNvSpPr>
            <a:spLocks noGrp="1"/>
          </p:cNvSpPr>
          <p:nvPr>
            <p:ph type="dt" sz="half" idx="10"/>
          </p:nvPr>
        </p:nvSpPr>
        <p:spPr/>
        <p:txBody>
          <a:bodyPr/>
          <a:lstStyle>
            <a:lvl1pPr>
              <a:defRPr/>
            </a:lvl1pPr>
          </a:lstStyle>
          <a:p>
            <a:pPr>
              <a:defRPr/>
            </a:pPr>
            <a:fld id="{19CCA696-4F5F-4124-A8B3-0304DCEE6E8C}" type="datetimeFigureOut">
              <a:rPr lang="en-US"/>
              <a:pPr>
                <a:defRPr/>
              </a:pPr>
              <a:t>8/17/2020</a:t>
            </a:fld>
            <a:endParaRPr lang="en-US"/>
          </a:p>
        </p:txBody>
      </p:sp>
      <p:sp>
        <p:nvSpPr>
          <p:cNvPr id="5" name="Footer Placeholder 4">
            <a:extLst>
              <a:ext uri="{FF2B5EF4-FFF2-40B4-BE49-F238E27FC236}">
                <a16:creationId xmlns:a16="http://schemas.microsoft.com/office/drawing/2014/main" id="{43B8BC55-1199-4129-A663-10055C35E7F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9BE7240-5184-4AF7-AC5E-0C480064255B}"/>
              </a:ext>
            </a:extLst>
          </p:cNvPr>
          <p:cNvSpPr>
            <a:spLocks noGrp="1"/>
          </p:cNvSpPr>
          <p:nvPr>
            <p:ph type="sldNum" sz="quarter" idx="12"/>
          </p:nvPr>
        </p:nvSpPr>
        <p:spPr/>
        <p:txBody>
          <a:bodyPr/>
          <a:lstStyle>
            <a:lvl1pPr>
              <a:defRPr/>
            </a:lvl1pPr>
          </a:lstStyle>
          <a:p>
            <a:pPr>
              <a:defRPr/>
            </a:pPr>
            <a:fld id="{28DB584B-49EC-4E61-AA63-F6B6EBE88DA1}" type="slidenum">
              <a:rPr lang="en-US" altLang="en-US"/>
              <a:pPr>
                <a:defRPr/>
              </a:pPr>
              <a:t>‹#›</a:t>
            </a:fld>
            <a:endParaRPr lang="en-US" altLang="en-US"/>
          </a:p>
        </p:txBody>
      </p:sp>
    </p:spTree>
    <p:extLst>
      <p:ext uri="{BB962C8B-B14F-4D97-AF65-F5344CB8AC3E}">
        <p14:creationId xmlns:p14="http://schemas.microsoft.com/office/powerpoint/2010/main" val="32334337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8495FAC1-526E-4ECA-8057-5B89E6E79BD2}"/>
              </a:ext>
            </a:extLst>
          </p:cNvPr>
          <p:cNvSpPr>
            <a:spLocks noGrp="1"/>
          </p:cNvSpPr>
          <p:nvPr>
            <p:ph type="dt" sz="half" idx="10"/>
          </p:nvPr>
        </p:nvSpPr>
        <p:spPr/>
        <p:txBody>
          <a:bodyPr/>
          <a:lstStyle>
            <a:lvl1pPr>
              <a:defRPr/>
            </a:lvl1pPr>
          </a:lstStyle>
          <a:p>
            <a:pPr>
              <a:defRPr/>
            </a:pPr>
            <a:fld id="{7A8999C3-7430-45DD-A779-B8514DBFA754}" type="datetimeFigureOut">
              <a:rPr lang="en-US"/>
              <a:pPr>
                <a:defRPr/>
              </a:pPr>
              <a:t>8/17/2020</a:t>
            </a:fld>
            <a:endParaRPr lang="en-US"/>
          </a:p>
        </p:txBody>
      </p:sp>
      <p:sp>
        <p:nvSpPr>
          <p:cNvPr id="5" name="Footer Placeholder 4">
            <a:extLst>
              <a:ext uri="{FF2B5EF4-FFF2-40B4-BE49-F238E27FC236}">
                <a16:creationId xmlns:a16="http://schemas.microsoft.com/office/drawing/2014/main" id="{32319838-19AE-4610-B767-516B80D111C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303A470-C03E-471A-BBD0-9060A8161B09}"/>
              </a:ext>
            </a:extLst>
          </p:cNvPr>
          <p:cNvSpPr>
            <a:spLocks noGrp="1"/>
          </p:cNvSpPr>
          <p:nvPr>
            <p:ph type="sldNum" sz="quarter" idx="12"/>
          </p:nvPr>
        </p:nvSpPr>
        <p:spPr/>
        <p:txBody>
          <a:bodyPr/>
          <a:lstStyle>
            <a:lvl1pPr>
              <a:defRPr/>
            </a:lvl1pPr>
          </a:lstStyle>
          <a:p>
            <a:pPr>
              <a:defRPr/>
            </a:pPr>
            <a:fld id="{C160FC44-2EDA-496F-9648-759A233703C7}" type="slidenum">
              <a:rPr lang="en-US" altLang="en-US"/>
              <a:pPr>
                <a:defRPr/>
              </a:pPr>
              <a:t>‹#›</a:t>
            </a:fld>
            <a:endParaRPr lang="en-US" altLang="en-US"/>
          </a:p>
        </p:txBody>
      </p:sp>
    </p:spTree>
    <p:extLst>
      <p:ext uri="{BB962C8B-B14F-4D97-AF65-F5344CB8AC3E}">
        <p14:creationId xmlns:p14="http://schemas.microsoft.com/office/powerpoint/2010/main" val="22697627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F18C1C-135E-4D7B-8CF2-61F50403E603}"/>
              </a:ext>
            </a:extLst>
          </p:cNvPr>
          <p:cNvSpPr>
            <a:spLocks noGrp="1"/>
          </p:cNvSpPr>
          <p:nvPr>
            <p:ph type="dt" sz="half" idx="10"/>
          </p:nvPr>
        </p:nvSpPr>
        <p:spPr/>
        <p:txBody>
          <a:bodyPr/>
          <a:lstStyle>
            <a:lvl1pPr>
              <a:defRPr/>
            </a:lvl1pPr>
          </a:lstStyle>
          <a:p>
            <a:pPr>
              <a:defRPr/>
            </a:pPr>
            <a:fld id="{CFD6946A-3341-4EEA-AC98-69DC7648FA44}" type="datetimeFigureOut">
              <a:rPr lang="en-US"/>
              <a:pPr>
                <a:defRPr/>
              </a:pPr>
              <a:t>8/17/2020</a:t>
            </a:fld>
            <a:endParaRPr lang="en-US"/>
          </a:p>
        </p:txBody>
      </p:sp>
      <p:sp>
        <p:nvSpPr>
          <p:cNvPr id="5" name="Footer Placeholder 4">
            <a:extLst>
              <a:ext uri="{FF2B5EF4-FFF2-40B4-BE49-F238E27FC236}">
                <a16:creationId xmlns:a16="http://schemas.microsoft.com/office/drawing/2014/main" id="{BEB87D61-5163-4F53-BE1E-E9496C98992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AE6623A-D930-43C2-8690-3F9438437E1F}"/>
              </a:ext>
            </a:extLst>
          </p:cNvPr>
          <p:cNvSpPr>
            <a:spLocks noGrp="1"/>
          </p:cNvSpPr>
          <p:nvPr>
            <p:ph type="sldNum" sz="quarter" idx="12"/>
          </p:nvPr>
        </p:nvSpPr>
        <p:spPr/>
        <p:txBody>
          <a:bodyPr/>
          <a:lstStyle>
            <a:lvl1pPr>
              <a:defRPr/>
            </a:lvl1pPr>
          </a:lstStyle>
          <a:p>
            <a:pPr>
              <a:defRPr/>
            </a:pPr>
            <a:fld id="{79651710-32CE-494E-B5D6-23F509FFFF04}" type="slidenum">
              <a:rPr lang="en-US" altLang="en-US"/>
              <a:pPr>
                <a:defRPr/>
              </a:pPr>
              <a:t>‹#›</a:t>
            </a:fld>
            <a:endParaRPr lang="en-US" altLang="en-US"/>
          </a:p>
        </p:txBody>
      </p:sp>
    </p:spTree>
    <p:extLst>
      <p:ext uri="{BB962C8B-B14F-4D97-AF65-F5344CB8AC3E}">
        <p14:creationId xmlns:p14="http://schemas.microsoft.com/office/powerpoint/2010/main" val="16911661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91355F-7D7B-4595-A65E-875273B9E1D5}"/>
              </a:ext>
            </a:extLst>
          </p:cNvPr>
          <p:cNvSpPr>
            <a:spLocks noGrp="1"/>
          </p:cNvSpPr>
          <p:nvPr>
            <p:ph type="dt" sz="half" idx="10"/>
          </p:nvPr>
        </p:nvSpPr>
        <p:spPr/>
        <p:txBody>
          <a:bodyPr/>
          <a:lstStyle>
            <a:lvl1pPr>
              <a:defRPr/>
            </a:lvl1pPr>
          </a:lstStyle>
          <a:p>
            <a:pPr>
              <a:defRPr/>
            </a:pPr>
            <a:fld id="{6BD5BDA1-BA53-4BA2-A597-C8501889ABEF}" type="datetimeFigureOut">
              <a:rPr lang="en-US"/>
              <a:pPr>
                <a:defRPr/>
              </a:pPr>
              <a:t>8/17/2020</a:t>
            </a:fld>
            <a:endParaRPr lang="en-US"/>
          </a:p>
        </p:txBody>
      </p:sp>
      <p:sp>
        <p:nvSpPr>
          <p:cNvPr id="5" name="Footer Placeholder 4">
            <a:extLst>
              <a:ext uri="{FF2B5EF4-FFF2-40B4-BE49-F238E27FC236}">
                <a16:creationId xmlns:a16="http://schemas.microsoft.com/office/drawing/2014/main" id="{A45B507B-D46C-4A05-AD59-CD9995FB75D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639979F-BA99-4883-A95B-102B9A615728}"/>
              </a:ext>
            </a:extLst>
          </p:cNvPr>
          <p:cNvSpPr>
            <a:spLocks noGrp="1"/>
          </p:cNvSpPr>
          <p:nvPr>
            <p:ph type="sldNum" sz="quarter" idx="12"/>
          </p:nvPr>
        </p:nvSpPr>
        <p:spPr/>
        <p:txBody>
          <a:bodyPr/>
          <a:lstStyle>
            <a:lvl1pPr>
              <a:defRPr/>
            </a:lvl1pPr>
          </a:lstStyle>
          <a:p>
            <a:pPr>
              <a:defRPr/>
            </a:pPr>
            <a:fld id="{CD917F3C-075E-4134-B398-CEB41F67A47D}" type="slidenum">
              <a:rPr lang="en-US" altLang="en-US"/>
              <a:pPr>
                <a:defRPr/>
              </a:pPr>
              <a:t>‹#›</a:t>
            </a:fld>
            <a:endParaRPr lang="en-US" altLang="en-US"/>
          </a:p>
        </p:txBody>
      </p:sp>
    </p:spTree>
    <p:extLst>
      <p:ext uri="{BB962C8B-B14F-4D97-AF65-F5344CB8AC3E}">
        <p14:creationId xmlns:p14="http://schemas.microsoft.com/office/powerpoint/2010/main" val="21179883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6CDB4930-FF61-4770-A570-B7BE84ED9E1E}"/>
              </a:ext>
            </a:extLst>
          </p:cNvPr>
          <p:cNvSpPr>
            <a:spLocks noGrp="1"/>
          </p:cNvSpPr>
          <p:nvPr>
            <p:ph type="dt" sz="half" idx="10"/>
          </p:nvPr>
        </p:nvSpPr>
        <p:spPr/>
        <p:txBody>
          <a:bodyPr/>
          <a:lstStyle>
            <a:lvl1pPr>
              <a:defRPr/>
            </a:lvl1pPr>
          </a:lstStyle>
          <a:p>
            <a:pPr>
              <a:defRPr/>
            </a:pPr>
            <a:fld id="{D225CD30-7D36-48DD-BAE7-208752F7D3E0}" type="datetimeFigureOut">
              <a:rPr lang="en-US"/>
              <a:pPr>
                <a:defRPr/>
              </a:pPr>
              <a:t>8/17/2020</a:t>
            </a:fld>
            <a:endParaRPr lang="en-US"/>
          </a:p>
        </p:txBody>
      </p:sp>
      <p:sp>
        <p:nvSpPr>
          <p:cNvPr id="6" name="Footer Placeholder 4">
            <a:extLst>
              <a:ext uri="{FF2B5EF4-FFF2-40B4-BE49-F238E27FC236}">
                <a16:creationId xmlns:a16="http://schemas.microsoft.com/office/drawing/2014/main" id="{5FD53463-3132-4521-93A3-08284CAB57A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EA59370-9328-4879-AE92-2EDA0D297771}"/>
              </a:ext>
            </a:extLst>
          </p:cNvPr>
          <p:cNvSpPr>
            <a:spLocks noGrp="1"/>
          </p:cNvSpPr>
          <p:nvPr>
            <p:ph type="sldNum" sz="quarter" idx="12"/>
          </p:nvPr>
        </p:nvSpPr>
        <p:spPr/>
        <p:txBody>
          <a:bodyPr/>
          <a:lstStyle>
            <a:lvl1pPr>
              <a:defRPr/>
            </a:lvl1pPr>
          </a:lstStyle>
          <a:p>
            <a:pPr>
              <a:defRPr/>
            </a:pPr>
            <a:fld id="{59AE809B-A663-4307-B899-E4913E8C346F}" type="slidenum">
              <a:rPr lang="en-US" altLang="en-US"/>
              <a:pPr>
                <a:defRPr/>
              </a:pPr>
              <a:t>‹#›</a:t>
            </a:fld>
            <a:endParaRPr lang="en-US" altLang="en-US"/>
          </a:p>
        </p:txBody>
      </p:sp>
    </p:spTree>
    <p:extLst>
      <p:ext uri="{BB962C8B-B14F-4D97-AF65-F5344CB8AC3E}">
        <p14:creationId xmlns:p14="http://schemas.microsoft.com/office/powerpoint/2010/main" val="9989276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7BCC212-230C-40B0-AFE0-4064E693E613}"/>
              </a:ext>
            </a:extLst>
          </p:cNvPr>
          <p:cNvSpPr>
            <a:spLocks noGrp="1"/>
          </p:cNvSpPr>
          <p:nvPr>
            <p:ph type="dt" sz="half" idx="10"/>
          </p:nvPr>
        </p:nvSpPr>
        <p:spPr/>
        <p:txBody>
          <a:bodyPr/>
          <a:lstStyle>
            <a:lvl1pPr>
              <a:defRPr/>
            </a:lvl1pPr>
          </a:lstStyle>
          <a:p>
            <a:pPr>
              <a:defRPr/>
            </a:pPr>
            <a:fld id="{277C565A-1C43-444F-80CA-342A1C19DAA3}" type="datetimeFigureOut">
              <a:rPr lang="en-US"/>
              <a:pPr>
                <a:defRPr/>
              </a:pPr>
              <a:t>8/17/2020</a:t>
            </a:fld>
            <a:endParaRPr lang="en-US"/>
          </a:p>
        </p:txBody>
      </p:sp>
      <p:sp>
        <p:nvSpPr>
          <p:cNvPr id="8" name="Footer Placeholder 4">
            <a:extLst>
              <a:ext uri="{FF2B5EF4-FFF2-40B4-BE49-F238E27FC236}">
                <a16:creationId xmlns:a16="http://schemas.microsoft.com/office/drawing/2014/main" id="{AAB35B3C-9E5E-4E20-B16B-7D13F0AFC22C}"/>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D55EC0A8-16CA-4084-B981-E07C633CCE80}"/>
              </a:ext>
            </a:extLst>
          </p:cNvPr>
          <p:cNvSpPr>
            <a:spLocks noGrp="1"/>
          </p:cNvSpPr>
          <p:nvPr>
            <p:ph type="sldNum" sz="quarter" idx="12"/>
          </p:nvPr>
        </p:nvSpPr>
        <p:spPr/>
        <p:txBody>
          <a:bodyPr/>
          <a:lstStyle>
            <a:lvl1pPr>
              <a:defRPr/>
            </a:lvl1pPr>
          </a:lstStyle>
          <a:p>
            <a:pPr>
              <a:defRPr/>
            </a:pPr>
            <a:fld id="{B14CE140-6B40-4CC4-A253-BE6BC0A3DC12}" type="slidenum">
              <a:rPr lang="en-US" altLang="en-US"/>
              <a:pPr>
                <a:defRPr/>
              </a:pPr>
              <a:t>‹#›</a:t>
            </a:fld>
            <a:endParaRPr lang="en-US" altLang="en-US"/>
          </a:p>
        </p:txBody>
      </p:sp>
    </p:spTree>
    <p:extLst>
      <p:ext uri="{BB962C8B-B14F-4D97-AF65-F5344CB8AC3E}">
        <p14:creationId xmlns:p14="http://schemas.microsoft.com/office/powerpoint/2010/main" val="22339955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8781237-EA50-496B-B596-D9873A8C0B92}"/>
              </a:ext>
            </a:extLst>
          </p:cNvPr>
          <p:cNvSpPr>
            <a:spLocks noGrp="1"/>
          </p:cNvSpPr>
          <p:nvPr>
            <p:ph type="dt" sz="half" idx="10"/>
          </p:nvPr>
        </p:nvSpPr>
        <p:spPr/>
        <p:txBody>
          <a:bodyPr/>
          <a:lstStyle>
            <a:lvl1pPr>
              <a:defRPr/>
            </a:lvl1pPr>
          </a:lstStyle>
          <a:p>
            <a:pPr>
              <a:defRPr/>
            </a:pPr>
            <a:fld id="{67FB82E2-5C09-496A-A12E-8ED4DD448F6A}" type="datetimeFigureOut">
              <a:rPr lang="en-US"/>
              <a:pPr>
                <a:defRPr/>
              </a:pPr>
              <a:t>8/17/2020</a:t>
            </a:fld>
            <a:endParaRPr lang="en-US"/>
          </a:p>
        </p:txBody>
      </p:sp>
      <p:sp>
        <p:nvSpPr>
          <p:cNvPr id="4" name="Footer Placeholder 4">
            <a:extLst>
              <a:ext uri="{FF2B5EF4-FFF2-40B4-BE49-F238E27FC236}">
                <a16:creationId xmlns:a16="http://schemas.microsoft.com/office/drawing/2014/main" id="{7FFF0E08-7948-4C8D-BF66-408AFDFDBF2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7E72B83A-D869-43B1-B17E-15ECB256D1E7}"/>
              </a:ext>
            </a:extLst>
          </p:cNvPr>
          <p:cNvSpPr>
            <a:spLocks noGrp="1"/>
          </p:cNvSpPr>
          <p:nvPr>
            <p:ph type="sldNum" sz="quarter" idx="12"/>
          </p:nvPr>
        </p:nvSpPr>
        <p:spPr/>
        <p:txBody>
          <a:bodyPr/>
          <a:lstStyle>
            <a:lvl1pPr>
              <a:defRPr/>
            </a:lvl1pPr>
          </a:lstStyle>
          <a:p>
            <a:pPr>
              <a:defRPr/>
            </a:pPr>
            <a:fld id="{CCB471E7-82D3-4E69-9C41-9A85B9066BA9}" type="slidenum">
              <a:rPr lang="en-US" altLang="en-US"/>
              <a:pPr>
                <a:defRPr/>
              </a:pPr>
              <a:t>‹#›</a:t>
            </a:fld>
            <a:endParaRPr lang="en-US" altLang="en-US"/>
          </a:p>
        </p:txBody>
      </p:sp>
    </p:spTree>
    <p:extLst>
      <p:ext uri="{BB962C8B-B14F-4D97-AF65-F5344CB8AC3E}">
        <p14:creationId xmlns:p14="http://schemas.microsoft.com/office/powerpoint/2010/main" val="27402765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74896ED-5D9E-4815-B557-3FD8E69FD4D6}"/>
              </a:ext>
            </a:extLst>
          </p:cNvPr>
          <p:cNvSpPr>
            <a:spLocks noGrp="1"/>
          </p:cNvSpPr>
          <p:nvPr>
            <p:ph type="dt" sz="half" idx="10"/>
          </p:nvPr>
        </p:nvSpPr>
        <p:spPr/>
        <p:txBody>
          <a:bodyPr/>
          <a:lstStyle>
            <a:lvl1pPr>
              <a:defRPr/>
            </a:lvl1pPr>
          </a:lstStyle>
          <a:p>
            <a:pPr>
              <a:defRPr/>
            </a:pPr>
            <a:fld id="{1ECB64EF-AD1B-42BF-87A9-B6301E3AA82B}" type="datetimeFigureOut">
              <a:rPr lang="en-US"/>
              <a:pPr>
                <a:defRPr/>
              </a:pPr>
              <a:t>8/17/2020</a:t>
            </a:fld>
            <a:endParaRPr lang="en-US"/>
          </a:p>
        </p:txBody>
      </p:sp>
      <p:sp>
        <p:nvSpPr>
          <p:cNvPr id="3" name="Footer Placeholder 4">
            <a:extLst>
              <a:ext uri="{FF2B5EF4-FFF2-40B4-BE49-F238E27FC236}">
                <a16:creationId xmlns:a16="http://schemas.microsoft.com/office/drawing/2014/main" id="{0C8B83F7-76A7-4646-9B29-CE04DA28BADC}"/>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14210927-14AB-42F4-845C-D6E82803EF95}"/>
              </a:ext>
            </a:extLst>
          </p:cNvPr>
          <p:cNvSpPr>
            <a:spLocks noGrp="1"/>
          </p:cNvSpPr>
          <p:nvPr>
            <p:ph type="sldNum" sz="quarter" idx="12"/>
          </p:nvPr>
        </p:nvSpPr>
        <p:spPr/>
        <p:txBody>
          <a:bodyPr/>
          <a:lstStyle>
            <a:lvl1pPr>
              <a:defRPr/>
            </a:lvl1pPr>
          </a:lstStyle>
          <a:p>
            <a:pPr>
              <a:defRPr/>
            </a:pPr>
            <a:fld id="{DD63CA0D-A92E-46C9-9653-F163FDFD36FC}" type="slidenum">
              <a:rPr lang="en-US" altLang="en-US"/>
              <a:pPr>
                <a:defRPr/>
              </a:pPr>
              <a:t>‹#›</a:t>
            </a:fld>
            <a:endParaRPr lang="en-US" altLang="en-US"/>
          </a:p>
        </p:txBody>
      </p:sp>
    </p:spTree>
    <p:extLst>
      <p:ext uri="{BB962C8B-B14F-4D97-AF65-F5344CB8AC3E}">
        <p14:creationId xmlns:p14="http://schemas.microsoft.com/office/powerpoint/2010/main" val="30410856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A50DCCB-9FB5-4BD1-B9D0-94372D6F6D84}"/>
              </a:ext>
            </a:extLst>
          </p:cNvPr>
          <p:cNvSpPr>
            <a:spLocks noGrp="1"/>
          </p:cNvSpPr>
          <p:nvPr>
            <p:ph type="dt" sz="half" idx="10"/>
          </p:nvPr>
        </p:nvSpPr>
        <p:spPr/>
        <p:txBody>
          <a:bodyPr/>
          <a:lstStyle>
            <a:lvl1pPr>
              <a:defRPr/>
            </a:lvl1pPr>
          </a:lstStyle>
          <a:p>
            <a:pPr>
              <a:defRPr/>
            </a:pPr>
            <a:fld id="{37A60610-94D1-4470-BD11-0C6E1707FC7F}" type="datetimeFigureOut">
              <a:rPr lang="en-US"/>
              <a:pPr>
                <a:defRPr/>
              </a:pPr>
              <a:t>8/17/2020</a:t>
            </a:fld>
            <a:endParaRPr lang="en-US"/>
          </a:p>
        </p:txBody>
      </p:sp>
      <p:sp>
        <p:nvSpPr>
          <p:cNvPr id="6" name="Footer Placeholder 4">
            <a:extLst>
              <a:ext uri="{FF2B5EF4-FFF2-40B4-BE49-F238E27FC236}">
                <a16:creationId xmlns:a16="http://schemas.microsoft.com/office/drawing/2014/main" id="{DCF6EEC3-5C24-4353-A395-7421E9C83C1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B7F7C30-1E93-4800-B45A-844DD1DC9F4C}"/>
              </a:ext>
            </a:extLst>
          </p:cNvPr>
          <p:cNvSpPr>
            <a:spLocks noGrp="1"/>
          </p:cNvSpPr>
          <p:nvPr>
            <p:ph type="sldNum" sz="quarter" idx="12"/>
          </p:nvPr>
        </p:nvSpPr>
        <p:spPr/>
        <p:txBody>
          <a:bodyPr/>
          <a:lstStyle>
            <a:lvl1pPr>
              <a:defRPr/>
            </a:lvl1pPr>
          </a:lstStyle>
          <a:p>
            <a:pPr>
              <a:defRPr/>
            </a:pPr>
            <a:fld id="{3B36D78E-0876-45E1-9785-37F3C4547DFE}" type="slidenum">
              <a:rPr lang="en-US" altLang="en-US"/>
              <a:pPr>
                <a:defRPr/>
              </a:pPr>
              <a:t>‹#›</a:t>
            </a:fld>
            <a:endParaRPr lang="en-US" altLang="en-US"/>
          </a:p>
        </p:txBody>
      </p:sp>
    </p:spTree>
    <p:extLst>
      <p:ext uri="{BB962C8B-B14F-4D97-AF65-F5344CB8AC3E}">
        <p14:creationId xmlns:p14="http://schemas.microsoft.com/office/powerpoint/2010/main" val="18807491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DC7D4383-59F7-4E31-A1A9-46537DEA922B}"/>
              </a:ext>
            </a:extLst>
          </p:cNvPr>
          <p:cNvSpPr>
            <a:spLocks noGrp="1"/>
          </p:cNvSpPr>
          <p:nvPr>
            <p:ph type="dt" sz="half" idx="10"/>
          </p:nvPr>
        </p:nvSpPr>
        <p:spPr/>
        <p:txBody>
          <a:bodyPr/>
          <a:lstStyle>
            <a:lvl1pPr>
              <a:defRPr/>
            </a:lvl1pPr>
          </a:lstStyle>
          <a:p>
            <a:pPr>
              <a:defRPr/>
            </a:pPr>
            <a:fld id="{13F4C657-6080-4791-B0B4-D6E79F852365}" type="datetimeFigureOut">
              <a:rPr lang="en-US"/>
              <a:pPr>
                <a:defRPr/>
              </a:pPr>
              <a:t>8/17/2020</a:t>
            </a:fld>
            <a:endParaRPr lang="en-US"/>
          </a:p>
        </p:txBody>
      </p:sp>
      <p:sp>
        <p:nvSpPr>
          <p:cNvPr id="6" name="Footer Placeholder 4">
            <a:extLst>
              <a:ext uri="{FF2B5EF4-FFF2-40B4-BE49-F238E27FC236}">
                <a16:creationId xmlns:a16="http://schemas.microsoft.com/office/drawing/2014/main" id="{A5AE17D7-3DCE-41AA-BD65-F6979F9D31F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55D1CE8-083A-492B-A597-9AFE14B59520}"/>
              </a:ext>
            </a:extLst>
          </p:cNvPr>
          <p:cNvSpPr>
            <a:spLocks noGrp="1"/>
          </p:cNvSpPr>
          <p:nvPr>
            <p:ph type="sldNum" sz="quarter" idx="12"/>
          </p:nvPr>
        </p:nvSpPr>
        <p:spPr/>
        <p:txBody>
          <a:bodyPr/>
          <a:lstStyle>
            <a:lvl1pPr>
              <a:defRPr/>
            </a:lvl1pPr>
          </a:lstStyle>
          <a:p>
            <a:pPr>
              <a:defRPr/>
            </a:pPr>
            <a:fld id="{00800623-A33D-4C05-9656-A6A8AF9707B7}" type="slidenum">
              <a:rPr lang="en-US" altLang="en-US"/>
              <a:pPr>
                <a:defRPr/>
              </a:pPr>
              <a:t>‹#›</a:t>
            </a:fld>
            <a:endParaRPr lang="en-US" altLang="en-US"/>
          </a:p>
        </p:txBody>
      </p:sp>
    </p:spTree>
    <p:extLst>
      <p:ext uri="{BB962C8B-B14F-4D97-AF65-F5344CB8AC3E}">
        <p14:creationId xmlns:p14="http://schemas.microsoft.com/office/powerpoint/2010/main" val="3946958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3816A2-9C19-4D78-91A9-3B5D77A382B7}"/>
              </a:ext>
            </a:extLst>
          </p:cNvPr>
          <p:cNvSpPr>
            <a:spLocks noGrp="1"/>
          </p:cNvSpPr>
          <p:nvPr>
            <p:ph type="dt" sz="half" idx="10"/>
          </p:nvPr>
        </p:nvSpPr>
        <p:spPr/>
        <p:txBody>
          <a:bodyPr/>
          <a:lstStyle>
            <a:lvl1pPr>
              <a:defRPr/>
            </a:lvl1pPr>
          </a:lstStyle>
          <a:p>
            <a:pPr>
              <a:defRPr/>
            </a:pPr>
            <a:fld id="{2210D9E4-1C82-49AF-9EC7-ADEBF105B232}" type="datetimeFigureOut">
              <a:rPr lang="en-US"/>
              <a:pPr>
                <a:defRPr/>
              </a:pPr>
              <a:t>8/17/2020</a:t>
            </a:fld>
            <a:endParaRPr lang="en-US"/>
          </a:p>
        </p:txBody>
      </p:sp>
      <p:sp>
        <p:nvSpPr>
          <p:cNvPr id="5" name="Footer Placeholder 4">
            <a:extLst>
              <a:ext uri="{FF2B5EF4-FFF2-40B4-BE49-F238E27FC236}">
                <a16:creationId xmlns:a16="http://schemas.microsoft.com/office/drawing/2014/main" id="{98BD3B9F-8634-4313-9A4A-E8A3802B585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06256F2-6AA9-4FCC-8532-0196FF3D2CBC}"/>
              </a:ext>
            </a:extLst>
          </p:cNvPr>
          <p:cNvSpPr>
            <a:spLocks noGrp="1"/>
          </p:cNvSpPr>
          <p:nvPr>
            <p:ph type="sldNum" sz="quarter" idx="12"/>
          </p:nvPr>
        </p:nvSpPr>
        <p:spPr/>
        <p:txBody>
          <a:bodyPr/>
          <a:lstStyle>
            <a:lvl1pPr>
              <a:defRPr/>
            </a:lvl1pPr>
          </a:lstStyle>
          <a:p>
            <a:pPr>
              <a:defRPr/>
            </a:pPr>
            <a:fld id="{14C7A585-C03B-4DB4-82F2-FE481F51F3A6}" type="slidenum">
              <a:rPr lang="en-US" altLang="en-US"/>
              <a:pPr>
                <a:defRPr/>
              </a:pPr>
              <a:t>‹#›</a:t>
            </a:fld>
            <a:endParaRPr lang="en-US" altLang="en-US"/>
          </a:p>
        </p:txBody>
      </p:sp>
    </p:spTree>
    <p:extLst>
      <p:ext uri="{BB962C8B-B14F-4D97-AF65-F5344CB8AC3E}">
        <p14:creationId xmlns:p14="http://schemas.microsoft.com/office/powerpoint/2010/main" val="4503462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4A043-1831-420B-9DB9-27C238193A22}"/>
              </a:ext>
            </a:extLst>
          </p:cNvPr>
          <p:cNvSpPr>
            <a:spLocks noGrp="1"/>
          </p:cNvSpPr>
          <p:nvPr>
            <p:ph type="dt" sz="half" idx="10"/>
          </p:nvPr>
        </p:nvSpPr>
        <p:spPr/>
        <p:txBody>
          <a:bodyPr/>
          <a:lstStyle>
            <a:lvl1pPr>
              <a:defRPr/>
            </a:lvl1pPr>
          </a:lstStyle>
          <a:p>
            <a:pPr>
              <a:defRPr/>
            </a:pPr>
            <a:fld id="{49ACE901-DE93-4A55-B427-BF3EDA1BB54A}" type="datetimeFigureOut">
              <a:rPr lang="en-US"/>
              <a:pPr>
                <a:defRPr/>
              </a:pPr>
              <a:t>8/17/2020</a:t>
            </a:fld>
            <a:endParaRPr lang="en-US"/>
          </a:p>
        </p:txBody>
      </p:sp>
      <p:sp>
        <p:nvSpPr>
          <p:cNvPr id="5" name="Footer Placeholder 4">
            <a:extLst>
              <a:ext uri="{FF2B5EF4-FFF2-40B4-BE49-F238E27FC236}">
                <a16:creationId xmlns:a16="http://schemas.microsoft.com/office/drawing/2014/main" id="{0F64588F-20EC-4FB5-AF45-B5A13F41C84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D46E115-9F6D-4E59-BFE8-1D7B421D2085}"/>
              </a:ext>
            </a:extLst>
          </p:cNvPr>
          <p:cNvSpPr>
            <a:spLocks noGrp="1"/>
          </p:cNvSpPr>
          <p:nvPr>
            <p:ph type="sldNum" sz="quarter" idx="12"/>
          </p:nvPr>
        </p:nvSpPr>
        <p:spPr/>
        <p:txBody>
          <a:bodyPr/>
          <a:lstStyle>
            <a:lvl1pPr>
              <a:defRPr/>
            </a:lvl1pPr>
          </a:lstStyle>
          <a:p>
            <a:pPr>
              <a:defRPr/>
            </a:pPr>
            <a:fld id="{1016C088-A700-4C99-90F1-A4499B76A8C6}" type="slidenum">
              <a:rPr lang="en-US" altLang="en-US"/>
              <a:pPr>
                <a:defRPr/>
              </a:pPr>
              <a:t>‹#›</a:t>
            </a:fld>
            <a:endParaRPr lang="en-US" altLang="en-US"/>
          </a:p>
        </p:txBody>
      </p:sp>
    </p:spTree>
    <p:extLst>
      <p:ext uri="{BB962C8B-B14F-4D97-AF65-F5344CB8AC3E}">
        <p14:creationId xmlns:p14="http://schemas.microsoft.com/office/powerpoint/2010/main" val="12387084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2684894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0203"/>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82321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186079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54335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56985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996561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747238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39896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974147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600203"/>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373724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3"/>
            <a:ext cx="2743200" cy="61261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3"/>
            <a:ext cx="8026400" cy="61261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25064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00534757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09600" y="1600203"/>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724397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908925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71915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181517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6465350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74379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935979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101370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09600" y="1600203"/>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320842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736475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42E901B9-2B92-4151-901D-2B87A1462B0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08000" y="609600"/>
            <a:ext cx="11237913" cy="5638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3" name="Text Box 8">
            <a:extLst>
              <a:ext uri="{FF2B5EF4-FFF2-40B4-BE49-F238E27FC236}">
                <a16:creationId xmlns:a16="http://schemas.microsoft.com/office/drawing/2014/main" id="{9E083A97-BE2B-4576-A4B8-B105CC5D3292}"/>
              </a:ext>
            </a:extLst>
          </p:cNvPr>
          <p:cNvSpPr txBox="1">
            <a:spLocks noChangeArrowheads="1"/>
          </p:cNvSpPr>
          <p:nvPr userDrawn="1"/>
        </p:nvSpPr>
        <p:spPr bwMode="auto">
          <a:xfrm>
            <a:off x="487363" y="6415088"/>
            <a:ext cx="4775200" cy="366712"/>
          </a:xfrm>
          <a:prstGeom prst="rect">
            <a:avLst/>
          </a:prstGeom>
          <a:noFill/>
          <a:ln>
            <a:noFill/>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defRPr/>
            </a:pPr>
            <a:endParaRPr lang="en-US">
              <a:solidFill>
                <a:srgbClr val="000000"/>
              </a:solidFill>
            </a:endParaRPr>
          </a:p>
        </p:txBody>
      </p:sp>
      <p:sp>
        <p:nvSpPr>
          <p:cNvPr id="4" name="Text Box 12">
            <a:extLst>
              <a:ext uri="{FF2B5EF4-FFF2-40B4-BE49-F238E27FC236}">
                <a16:creationId xmlns:a16="http://schemas.microsoft.com/office/drawing/2014/main" id="{A90C0ABD-00E2-4B87-9BEA-8293BD659DB8}"/>
              </a:ext>
            </a:extLst>
          </p:cNvPr>
          <p:cNvSpPr txBox="1">
            <a:spLocks noChangeArrowheads="1"/>
          </p:cNvSpPr>
          <p:nvPr userDrawn="1"/>
        </p:nvSpPr>
        <p:spPr bwMode="auto">
          <a:xfrm>
            <a:off x="5384800" y="6400800"/>
            <a:ext cx="6502400" cy="369888"/>
          </a:xfrm>
          <a:prstGeom prst="rect">
            <a:avLst/>
          </a:prstGeom>
          <a:solidFill>
            <a:schemeClr val="bg1"/>
          </a:solidFill>
          <a:ln>
            <a:noFill/>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spcBef>
                <a:spcPct val="50000"/>
              </a:spcBef>
              <a:defRPr/>
            </a:pPr>
            <a:r>
              <a:rPr lang="en-US" b="1" dirty="0">
                <a:solidFill>
                  <a:srgbClr val="000000"/>
                </a:solidFill>
                <a:latin typeface="Georgia" pitchFamily="18" charset="0"/>
              </a:rPr>
              <a:t>Rotary Club of Griffin </a:t>
            </a:r>
          </a:p>
        </p:txBody>
      </p:sp>
      <p:sp>
        <p:nvSpPr>
          <p:cNvPr id="5" name="Text Box 11">
            <a:extLst>
              <a:ext uri="{FF2B5EF4-FFF2-40B4-BE49-F238E27FC236}">
                <a16:creationId xmlns:a16="http://schemas.microsoft.com/office/drawing/2014/main" id="{2215EA01-08D4-47BA-9321-D1DADF0D21E7}"/>
              </a:ext>
            </a:extLst>
          </p:cNvPr>
          <p:cNvSpPr txBox="1">
            <a:spLocks noChangeArrowheads="1"/>
          </p:cNvSpPr>
          <p:nvPr userDrawn="1"/>
        </p:nvSpPr>
        <p:spPr bwMode="auto">
          <a:xfrm>
            <a:off x="406400" y="6400800"/>
            <a:ext cx="3454400" cy="369888"/>
          </a:xfrm>
          <a:prstGeom prst="rect">
            <a:avLst/>
          </a:prstGeom>
          <a:solidFill>
            <a:schemeClr val="bg1"/>
          </a:solidFill>
          <a:ln>
            <a:noFill/>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defRPr/>
            </a:pPr>
            <a:r>
              <a:rPr lang="en-US" b="1" dirty="0">
                <a:solidFill>
                  <a:srgbClr val="000000"/>
                </a:solidFill>
                <a:latin typeface="Georgia" pitchFamily="18" charset="0"/>
              </a:rPr>
              <a:t>July 25, 2013</a:t>
            </a:r>
          </a:p>
        </p:txBody>
      </p:sp>
      <p:sp>
        <p:nvSpPr>
          <p:cNvPr id="6" name="Line 13">
            <a:extLst>
              <a:ext uri="{FF2B5EF4-FFF2-40B4-BE49-F238E27FC236}">
                <a16:creationId xmlns:a16="http://schemas.microsoft.com/office/drawing/2014/main" id="{C64F0074-7B68-441A-8D93-094DE9FE4452}"/>
              </a:ext>
            </a:extLst>
          </p:cNvPr>
          <p:cNvSpPr>
            <a:spLocks noChangeShapeType="1"/>
          </p:cNvSpPr>
          <p:nvPr userDrawn="1"/>
        </p:nvSpPr>
        <p:spPr bwMode="auto">
          <a:xfrm>
            <a:off x="0" y="6324600"/>
            <a:ext cx="12192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7" name="Picture 19" descr="State Parks logo color">
            <a:extLst>
              <a:ext uri="{FF2B5EF4-FFF2-40B4-BE49-F238E27FC236}">
                <a16:creationId xmlns:a16="http://schemas.microsoft.com/office/drawing/2014/main" id="{394F8A22-F8EA-47B7-85AD-78CF2015C62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312988" y="152400"/>
            <a:ext cx="7542212" cy="19288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616122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0203"/>
            <a:ext cx="109728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2677494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068341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3548366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68879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591157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218280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982905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13120290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8274673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600203"/>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83926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2713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5.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theme" Target="../theme/theme6.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0" descr="screenedleaf">
            <a:extLst>
              <a:ext uri="{FF2B5EF4-FFF2-40B4-BE49-F238E27FC236}">
                <a16:creationId xmlns:a16="http://schemas.microsoft.com/office/drawing/2014/main" id="{43852260-A76B-481C-A1E5-F27A98085030}"/>
              </a:ext>
            </a:extLst>
          </p:cNvPr>
          <p:cNvPicPr>
            <a:picLocks noChangeAspect="1" noChangeArrowheads="1"/>
          </p:cNvPicPr>
          <p:nvPr/>
        </p:nvPicPr>
        <p:blipFill>
          <a:blip r:embed="rId15">
            <a:lum bright="4000"/>
            <a:extLst>
              <a:ext uri="{28A0092B-C50C-407E-A947-70E740481C1C}">
                <a14:useLocalDpi xmlns:a14="http://schemas.microsoft.com/office/drawing/2010/main" val="0"/>
              </a:ext>
            </a:extLst>
          </a:blip>
          <a:srcRect/>
          <a:stretch>
            <a:fillRect/>
          </a:stretch>
        </p:blipFill>
        <p:spPr bwMode="auto">
          <a:xfrm>
            <a:off x="3048000" y="1600200"/>
            <a:ext cx="6356350" cy="452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10">
            <a:extLst>
              <a:ext uri="{FF2B5EF4-FFF2-40B4-BE49-F238E27FC236}">
                <a16:creationId xmlns:a16="http://schemas.microsoft.com/office/drawing/2014/main" id="{A7841A44-E327-4818-B304-578DBB9E4CE6}"/>
              </a:ext>
            </a:extLst>
          </p:cNvPr>
          <p:cNvSpPr>
            <a:spLocks noChangeArrowheads="1"/>
          </p:cNvSpPr>
          <p:nvPr/>
        </p:nvSpPr>
        <p:spPr bwMode="auto">
          <a:xfrm>
            <a:off x="0" y="6248400"/>
            <a:ext cx="12192000" cy="609600"/>
          </a:xfrm>
          <a:prstGeom prst="rect">
            <a:avLst/>
          </a:prstGeom>
          <a:solidFill>
            <a:srgbClr val="817C00"/>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28" name="Rectangle 8">
            <a:extLst>
              <a:ext uri="{FF2B5EF4-FFF2-40B4-BE49-F238E27FC236}">
                <a16:creationId xmlns:a16="http://schemas.microsoft.com/office/drawing/2014/main" id="{F155F1DC-A588-4E54-9BD7-3A27DEBE354F}"/>
              </a:ext>
            </a:extLst>
          </p:cNvPr>
          <p:cNvSpPr>
            <a:spLocks noChangeArrowheads="1"/>
          </p:cNvSpPr>
          <p:nvPr/>
        </p:nvSpPr>
        <p:spPr bwMode="auto">
          <a:xfrm>
            <a:off x="0" y="0"/>
            <a:ext cx="12192000" cy="1096963"/>
          </a:xfrm>
          <a:prstGeom prst="rect">
            <a:avLst/>
          </a:prstGeom>
          <a:solidFill>
            <a:srgbClr val="817C00"/>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29" name="Rectangle 2">
            <a:extLst>
              <a:ext uri="{FF2B5EF4-FFF2-40B4-BE49-F238E27FC236}">
                <a16:creationId xmlns:a16="http://schemas.microsoft.com/office/drawing/2014/main" id="{28365895-43C0-446A-8BA7-F02A6EE5B7F1}"/>
              </a:ext>
            </a:extLst>
          </p:cNvPr>
          <p:cNvSpPr>
            <a:spLocks noGrp="1" noChangeArrowheads="1"/>
          </p:cNvSpPr>
          <p:nvPr>
            <p:ph type="title"/>
          </p:nvPr>
        </p:nvSpPr>
        <p:spPr bwMode="auto">
          <a:xfrm>
            <a:off x="609600" y="0"/>
            <a:ext cx="10972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Text Box 15">
            <a:extLst>
              <a:ext uri="{FF2B5EF4-FFF2-40B4-BE49-F238E27FC236}">
                <a16:creationId xmlns:a16="http://schemas.microsoft.com/office/drawing/2014/main" id="{8F563D81-102B-48F6-8E53-77AE5CDA7F64}"/>
              </a:ext>
            </a:extLst>
          </p:cNvPr>
          <p:cNvSpPr txBox="1">
            <a:spLocks noChangeArrowheads="1"/>
          </p:cNvSpPr>
          <p:nvPr/>
        </p:nvSpPr>
        <p:spPr bwMode="auto">
          <a:xfrm>
            <a:off x="0" y="6251575"/>
            <a:ext cx="12192000" cy="600075"/>
          </a:xfrm>
          <a:prstGeom prst="rect">
            <a:avLst/>
          </a:prstGeom>
          <a:noFill/>
          <a:ln>
            <a:noFill/>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defRPr/>
            </a:pPr>
            <a:r>
              <a:rPr lang="en-US" b="1">
                <a:solidFill>
                  <a:schemeClr val="bg1"/>
                </a:solidFill>
                <a:latin typeface="Trajan Pro" pitchFamily="18" charset="0"/>
              </a:rPr>
              <a:t>Department of Natural Resources</a:t>
            </a:r>
            <a:br>
              <a:rPr lang="en-US" b="1">
                <a:solidFill>
                  <a:schemeClr val="bg1"/>
                </a:solidFill>
                <a:latin typeface="Trajan Pro" pitchFamily="18" charset="0"/>
              </a:rPr>
            </a:br>
            <a:r>
              <a:rPr lang="en-US" sz="1500">
                <a:solidFill>
                  <a:schemeClr val="bg1"/>
                </a:solidFill>
                <a:latin typeface="Trajan Pro" pitchFamily="18" charset="0"/>
              </a:rPr>
              <a:t>Parks, Recreation and Historic Sites Division</a:t>
            </a:r>
          </a:p>
        </p:txBody>
      </p:sp>
      <p:sp>
        <p:nvSpPr>
          <p:cNvPr id="1031" name="Line 17">
            <a:extLst>
              <a:ext uri="{FF2B5EF4-FFF2-40B4-BE49-F238E27FC236}">
                <a16:creationId xmlns:a16="http://schemas.microsoft.com/office/drawing/2014/main" id="{C1EEBF8E-06AF-42D9-B153-37FCF9B8451C}"/>
              </a:ext>
            </a:extLst>
          </p:cNvPr>
          <p:cNvSpPr>
            <a:spLocks noChangeShapeType="1"/>
          </p:cNvSpPr>
          <p:nvPr/>
        </p:nvSpPr>
        <p:spPr bwMode="auto">
          <a:xfrm>
            <a:off x="0" y="6248400"/>
            <a:ext cx="12192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9229" r:id="rId1"/>
    <p:sldLayoutId id="2147489163" r:id="rId2"/>
    <p:sldLayoutId id="2147489164" r:id="rId3"/>
    <p:sldLayoutId id="2147489165" r:id="rId4"/>
    <p:sldLayoutId id="2147489166" r:id="rId5"/>
    <p:sldLayoutId id="2147489167" r:id="rId6"/>
    <p:sldLayoutId id="2147489168" r:id="rId7"/>
    <p:sldLayoutId id="2147489169" r:id="rId8"/>
    <p:sldLayoutId id="2147489170" r:id="rId9"/>
    <p:sldLayoutId id="2147489171" r:id="rId10"/>
    <p:sldLayoutId id="2147489172" r:id="rId11"/>
    <p:sldLayoutId id="2147489173" r:id="rId12"/>
    <p:sldLayoutId id="2147489230" r:id="rId13"/>
  </p:sldLayoutIdLst>
  <p:txStyles>
    <p:titleStyle>
      <a:lvl1pPr algn="ctr" rtl="0" eaLnBrk="0" fontAlgn="base" hangingPunct="0">
        <a:spcBef>
          <a:spcPct val="0"/>
        </a:spcBef>
        <a:spcAft>
          <a:spcPct val="0"/>
        </a:spcAft>
        <a:defRPr sz="4400">
          <a:solidFill>
            <a:schemeClr val="bg1"/>
          </a:solidFill>
          <a:latin typeface="Georgia" pitchFamily="18" charset="0"/>
          <a:ea typeface="+mj-ea"/>
          <a:cs typeface="+mj-cs"/>
        </a:defRPr>
      </a:lvl1pPr>
      <a:lvl2pPr algn="ctr" rtl="0" eaLnBrk="0" fontAlgn="base" hangingPunct="0">
        <a:spcBef>
          <a:spcPct val="0"/>
        </a:spcBef>
        <a:spcAft>
          <a:spcPct val="0"/>
        </a:spcAft>
        <a:defRPr sz="4400">
          <a:solidFill>
            <a:schemeClr val="bg1"/>
          </a:solidFill>
          <a:latin typeface="Georgia" pitchFamily="18" charset="0"/>
        </a:defRPr>
      </a:lvl2pPr>
      <a:lvl3pPr algn="ctr" rtl="0" eaLnBrk="0" fontAlgn="base" hangingPunct="0">
        <a:spcBef>
          <a:spcPct val="0"/>
        </a:spcBef>
        <a:spcAft>
          <a:spcPct val="0"/>
        </a:spcAft>
        <a:defRPr sz="4400">
          <a:solidFill>
            <a:schemeClr val="bg1"/>
          </a:solidFill>
          <a:latin typeface="Georgia" pitchFamily="18" charset="0"/>
        </a:defRPr>
      </a:lvl3pPr>
      <a:lvl4pPr algn="ctr" rtl="0" eaLnBrk="0" fontAlgn="base" hangingPunct="0">
        <a:spcBef>
          <a:spcPct val="0"/>
        </a:spcBef>
        <a:spcAft>
          <a:spcPct val="0"/>
        </a:spcAft>
        <a:defRPr sz="4400">
          <a:solidFill>
            <a:schemeClr val="bg1"/>
          </a:solidFill>
          <a:latin typeface="Georgia" pitchFamily="18" charset="0"/>
        </a:defRPr>
      </a:lvl4pPr>
      <a:lvl5pPr algn="ctr" rtl="0" eaLnBrk="0" fontAlgn="base" hangingPunct="0">
        <a:spcBef>
          <a:spcPct val="0"/>
        </a:spcBef>
        <a:spcAft>
          <a:spcPct val="0"/>
        </a:spcAft>
        <a:defRPr sz="4400">
          <a:solidFill>
            <a:schemeClr val="bg1"/>
          </a:solidFill>
          <a:latin typeface="Georgia" pitchFamily="18"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lr>
          <a:srgbClr val="77933C"/>
        </a:buClr>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rgbClr val="77933C"/>
        </a:buClr>
        <a:buFont typeface="Wingdings" panose="05000000000000000000" pitchFamily="2" charset="2"/>
        <a:buChar char="§"/>
        <a:defRPr sz="2800" b="1">
          <a:solidFill>
            <a:schemeClr val="tx1"/>
          </a:solidFill>
          <a:latin typeface="+mn-lt"/>
        </a:defRPr>
      </a:lvl2pPr>
      <a:lvl3pPr marL="1143000" indent="-228600" algn="l" rtl="0" eaLnBrk="0" fontAlgn="base" hangingPunct="0">
        <a:spcBef>
          <a:spcPct val="20000"/>
        </a:spcBef>
        <a:spcAft>
          <a:spcPct val="0"/>
        </a:spcAft>
        <a:buClr>
          <a:srgbClr val="77933C"/>
        </a:buClr>
        <a:buChar char="o"/>
        <a:defRPr sz="2400" b="1">
          <a:solidFill>
            <a:schemeClr val="tx1"/>
          </a:solidFill>
          <a:latin typeface="+mn-lt"/>
        </a:defRPr>
      </a:lvl3pPr>
      <a:lvl4pPr marL="1600200" indent="-228600" algn="l" rtl="0" eaLnBrk="0" fontAlgn="base" hangingPunct="0">
        <a:spcBef>
          <a:spcPct val="20000"/>
        </a:spcBef>
        <a:spcAft>
          <a:spcPct val="0"/>
        </a:spcAft>
        <a:buClr>
          <a:srgbClr val="77933C"/>
        </a:buClr>
        <a:buFont typeface="Arial" panose="020B0604020202020204" pitchFamily="34" charset="0"/>
        <a:buChar char="–"/>
        <a:defRPr sz="2000" b="1">
          <a:solidFill>
            <a:schemeClr val="tx1"/>
          </a:solidFill>
          <a:latin typeface="+mn-lt"/>
        </a:defRPr>
      </a:lvl4pPr>
      <a:lvl5pPr marL="2057400" indent="-228600" algn="l" rtl="0" eaLnBrk="0" fontAlgn="base" hangingPunct="0">
        <a:spcBef>
          <a:spcPct val="20000"/>
        </a:spcBef>
        <a:spcAft>
          <a:spcPct val="0"/>
        </a:spcAft>
        <a:buClr>
          <a:srgbClr val="77933C"/>
        </a:buClr>
        <a:buChar char="•"/>
        <a:defRPr sz="2000" b="1">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DFA608C9-505F-4949-835D-F2A7DB56C613}"/>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B15D4714-57EC-4DD9-BD5E-41E66068DC7C}"/>
              </a:ext>
            </a:extLst>
          </p:cNvPr>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E37F8B70-3BE2-4711-BECC-7BE10AF20408}"/>
              </a:ext>
            </a:extLst>
          </p:cNvPr>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defRPr>
            </a:lvl1pPr>
          </a:lstStyle>
          <a:p>
            <a:pPr>
              <a:defRPr/>
            </a:pPr>
            <a:fld id="{F36D4B76-98D0-48C8-AFFE-F4DABEAC9B18}" type="datetimeFigureOut">
              <a:rPr lang="en-US"/>
              <a:pPr>
                <a:defRPr/>
              </a:pPr>
              <a:t>8/17/2020</a:t>
            </a:fld>
            <a:endParaRPr lang="en-US"/>
          </a:p>
        </p:txBody>
      </p:sp>
      <p:sp>
        <p:nvSpPr>
          <p:cNvPr id="5" name="Footer Placeholder 4">
            <a:extLst>
              <a:ext uri="{FF2B5EF4-FFF2-40B4-BE49-F238E27FC236}">
                <a16:creationId xmlns:a16="http://schemas.microsoft.com/office/drawing/2014/main" id="{F7EAFDC2-B0CF-43C4-95C1-28627D8106F5}"/>
              </a:ext>
            </a:extLst>
          </p:cNvPr>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defRPr>
            </a:lvl1pPr>
          </a:lstStyle>
          <a:p>
            <a:pPr>
              <a:defRPr/>
            </a:pPr>
            <a:endParaRPr lang="en-US"/>
          </a:p>
        </p:txBody>
      </p:sp>
      <p:sp>
        <p:nvSpPr>
          <p:cNvPr id="6" name="Slide Number Placeholder 5">
            <a:extLst>
              <a:ext uri="{FF2B5EF4-FFF2-40B4-BE49-F238E27FC236}">
                <a16:creationId xmlns:a16="http://schemas.microsoft.com/office/drawing/2014/main" id="{2BBAD2C8-63F2-4CB1-9858-113B483E31ED}"/>
              </a:ext>
            </a:extLst>
          </p:cNvPr>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DC101D4A-C5A3-401D-B908-1B3049DE5F6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9174" r:id="rId1"/>
    <p:sldLayoutId id="2147489175" r:id="rId2"/>
    <p:sldLayoutId id="2147489176" r:id="rId3"/>
    <p:sldLayoutId id="2147489177" r:id="rId4"/>
    <p:sldLayoutId id="2147489178" r:id="rId5"/>
    <p:sldLayoutId id="2147489179" r:id="rId6"/>
    <p:sldLayoutId id="2147489180" r:id="rId7"/>
    <p:sldLayoutId id="2147489181" r:id="rId8"/>
    <p:sldLayoutId id="2147489182" r:id="rId9"/>
    <p:sldLayoutId id="2147489183" r:id="rId10"/>
    <p:sldLayoutId id="2147489184"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a:extLst>
              <a:ext uri="{FF2B5EF4-FFF2-40B4-BE49-F238E27FC236}">
                <a16:creationId xmlns:a16="http://schemas.microsoft.com/office/drawing/2014/main" id="{60B84BEF-A112-4122-970A-26FD55CD5EA0}"/>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Text Placeholder 2">
            <a:extLst>
              <a:ext uri="{FF2B5EF4-FFF2-40B4-BE49-F238E27FC236}">
                <a16:creationId xmlns:a16="http://schemas.microsoft.com/office/drawing/2014/main" id="{A835CF21-C3CB-4D23-9348-8555B7809968}"/>
              </a:ext>
            </a:extLst>
          </p:cNvPr>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DD6A4F5-1028-499A-9D5A-AB2873053460}"/>
              </a:ext>
            </a:extLst>
          </p:cNvPr>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defRPr>
            </a:lvl1pPr>
          </a:lstStyle>
          <a:p>
            <a:pPr>
              <a:defRPr/>
            </a:pPr>
            <a:fld id="{CE15AA5B-00DE-4181-BF69-4068186492A0}" type="datetimeFigureOut">
              <a:rPr lang="en-US"/>
              <a:pPr>
                <a:defRPr/>
              </a:pPr>
              <a:t>8/17/2020</a:t>
            </a:fld>
            <a:endParaRPr lang="en-US"/>
          </a:p>
        </p:txBody>
      </p:sp>
      <p:sp>
        <p:nvSpPr>
          <p:cNvPr id="5" name="Footer Placeholder 4">
            <a:extLst>
              <a:ext uri="{FF2B5EF4-FFF2-40B4-BE49-F238E27FC236}">
                <a16:creationId xmlns:a16="http://schemas.microsoft.com/office/drawing/2014/main" id="{AC76D193-F8A6-4548-89EE-9295CE214F61}"/>
              </a:ext>
            </a:extLst>
          </p:cNvPr>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defRPr>
            </a:lvl1pPr>
          </a:lstStyle>
          <a:p>
            <a:pPr>
              <a:defRPr/>
            </a:pPr>
            <a:endParaRPr lang="en-US"/>
          </a:p>
        </p:txBody>
      </p:sp>
      <p:sp>
        <p:nvSpPr>
          <p:cNvPr id="6" name="Slide Number Placeholder 5">
            <a:extLst>
              <a:ext uri="{FF2B5EF4-FFF2-40B4-BE49-F238E27FC236}">
                <a16:creationId xmlns:a16="http://schemas.microsoft.com/office/drawing/2014/main" id="{CD8D620F-2440-4A66-BF99-975B7A30A6CE}"/>
              </a:ext>
            </a:extLst>
          </p:cNvPr>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9F535C99-8919-48A9-8A87-65FF95EE884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9185" r:id="rId1"/>
    <p:sldLayoutId id="2147489186" r:id="rId2"/>
    <p:sldLayoutId id="2147489187" r:id="rId3"/>
    <p:sldLayoutId id="2147489188" r:id="rId4"/>
    <p:sldLayoutId id="2147489189" r:id="rId5"/>
    <p:sldLayoutId id="2147489190" r:id="rId6"/>
    <p:sldLayoutId id="2147489191" r:id="rId7"/>
    <p:sldLayoutId id="2147489192" r:id="rId8"/>
    <p:sldLayoutId id="2147489193" r:id="rId9"/>
    <p:sldLayoutId id="2147489194" r:id="rId10"/>
    <p:sldLayoutId id="2147489195"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1033">
            <a:extLst>
              <a:ext uri="{FF2B5EF4-FFF2-40B4-BE49-F238E27FC236}">
                <a16:creationId xmlns:a16="http://schemas.microsoft.com/office/drawing/2014/main" id="{5DA886A1-9D09-40BB-A622-43B07512F3FA}"/>
              </a:ext>
            </a:extLst>
          </p:cNvPr>
          <p:cNvSpPr>
            <a:spLocks noChangeArrowheads="1"/>
          </p:cNvSpPr>
          <p:nvPr userDrawn="1"/>
        </p:nvSpPr>
        <p:spPr bwMode="auto">
          <a:xfrm>
            <a:off x="0" y="0"/>
            <a:ext cx="12192000" cy="1096963"/>
          </a:xfrm>
          <a:prstGeom prst="rect">
            <a:avLst/>
          </a:prstGeom>
          <a:solidFill>
            <a:srgbClr val="817C00"/>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4099" name="Rectangle 2">
            <a:extLst>
              <a:ext uri="{FF2B5EF4-FFF2-40B4-BE49-F238E27FC236}">
                <a16:creationId xmlns:a16="http://schemas.microsoft.com/office/drawing/2014/main" id="{B02A922E-7EA1-4AD2-B9C5-7BA8BF106C3E}"/>
              </a:ext>
            </a:extLst>
          </p:cNvPr>
          <p:cNvSpPr>
            <a:spLocks noGrp="1" noChangeArrowheads="1"/>
          </p:cNvSpPr>
          <p:nvPr>
            <p:ph type="title"/>
          </p:nvPr>
        </p:nvSpPr>
        <p:spPr bwMode="auto">
          <a:xfrm>
            <a:off x="609600" y="0"/>
            <a:ext cx="10972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100" name="Rectangle 1039">
            <a:extLst>
              <a:ext uri="{FF2B5EF4-FFF2-40B4-BE49-F238E27FC236}">
                <a16:creationId xmlns:a16="http://schemas.microsoft.com/office/drawing/2014/main" id="{1F7C9901-6A14-4FE2-A7CF-20761157C5A6}"/>
              </a:ext>
            </a:extLst>
          </p:cNvPr>
          <p:cNvSpPr>
            <a:spLocks noChangeArrowheads="1"/>
          </p:cNvSpPr>
          <p:nvPr/>
        </p:nvSpPr>
        <p:spPr bwMode="auto">
          <a:xfrm>
            <a:off x="0" y="6248400"/>
            <a:ext cx="12192000" cy="609600"/>
          </a:xfrm>
          <a:prstGeom prst="rect">
            <a:avLst/>
          </a:prstGeom>
          <a:solidFill>
            <a:srgbClr val="817C00"/>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053" name="Text Box 1040">
            <a:extLst>
              <a:ext uri="{FF2B5EF4-FFF2-40B4-BE49-F238E27FC236}">
                <a16:creationId xmlns:a16="http://schemas.microsoft.com/office/drawing/2014/main" id="{9D5D4A69-1472-4D97-9B16-13F10219C3E5}"/>
              </a:ext>
            </a:extLst>
          </p:cNvPr>
          <p:cNvSpPr txBox="1">
            <a:spLocks noChangeArrowheads="1"/>
          </p:cNvSpPr>
          <p:nvPr/>
        </p:nvSpPr>
        <p:spPr bwMode="auto">
          <a:xfrm>
            <a:off x="0" y="6251575"/>
            <a:ext cx="12192000" cy="595313"/>
          </a:xfrm>
          <a:prstGeom prst="rect">
            <a:avLst/>
          </a:prstGeom>
          <a:noFill/>
          <a:ln>
            <a:noFill/>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defRPr/>
            </a:pPr>
            <a:r>
              <a:rPr lang="en-US" b="1">
                <a:solidFill>
                  <a:schemeClr val="bg1"/>
                </a:solidFill>
                <a:latin typeface="Trajan Pro" pitchFamily="18" charset="0"/>
              </a:rPr>
              <a:t>Department of Natural Resources</a:t>
            </a:r>
            <a:br>
              <a:rPr lang="en-US" b="1">
                <a:solidFill>
                  <a:schemeClr val="bg1"/>
                </a:solidFill>
                <a:latin typeface="Trajan Pro" pitchFamily="18" charset="0"/>
              </a:rPr>
            </a:br>
            <a:r>
              <a:rPr lang="en-US" sz="1500" b="1">
                <a:solidFill>
                  <a:schemeClr val="bg1"/>
                </a:solidFill>
                <a:latin typeface="Trajan Pro" pitchFamily="18" charset="0"/>
              </a:rPr>
              <a:t>Division</a:t>
            </a:r>
          </a:p>
        </p:txBody>
      </p:sp>
      <p:sp>
        <p:nvSpPr>
          <p:cNvPr id="4102" name="Line 1041">
            <a:extLst>
              <a:ext uri="{FF2B5EF4-FFF2-40B4-BE49-F238E27FC236}">
                <a16:creationId xmlns:a16="http://schemas.microsoft.com/office/drawing/2014/main" id="{2BD425F4-FB90-4FAD-B694-D770FA88214E}"/>
              </a:ext>
            </a:extLst>
          </p:cNvPr>
          <p:cNvSpPr>
            <a:spLocks noChangeShapeType="1"/>
          </p:cNvSpPr>
          <p:nvPr/>
        </p:nvSpPr>
        <p:spPr bwMode="auto">
          <a:xfrm>
            <a:off x="0" y="6248400"/>
            <a:ext cx="12192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9196" r:id="rId1"/>
    <p:sldLayoutId id="2147489197" r:id="rId2"/>
    <p:sldLayoutId id="2147489198" r:id="rId3"/>
    <p:sldLayoutId id="2147489199" r:id="rId4"/>
    <p:sldLayoutId id="2147489200" r:id="rId5"/>
    <p:sldLayoutId id="2147489201" r:id="rId6"/>
    <p:sldLayoutId id="2147489202" r:id="rId7"/>
    <p:sldLayoutId id="2147489203" r:id="rId8"/>
    <p:sldLayoutId id="2147489204" r:id="rId9"/>
    <p:sldLayoutId id="2147489205" r:id="rId10"/>
    <p:sldLayoutId id="2147489206" r:id="rId11"/>
  </p:sldLayoutIdLst>
  <p:txStyles>
    <p:title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Georgia" pitchFamily="18" charset="0"/>
        </a:defRPr>
      </a:lvl2pPr>
      <a:lvl3pPr algn="ctr" rtl="0" eaLnBrk="0" fontAlgn="base" hangingPunct="0">
        <a:spcBef>
          <a:spcPct val="0"/>
        </a:spcBef>
        <a:spcAft>
          <a:spcPct val="0"/>
        </a:spcAft>
        <a:defRPr sz="4400">
          <a:solidFill>
            <a:schemeClr val="bg1"/>
          </a:solidFill>
          <a:latin typeface="Georgia" pitchFamily="18" charset="0"/>
        </a:defRPr>
      </a:lvl3pPr>
      <a:lvl4pPr algn="ctr" rtl="0" eaLnBrk="0" fontAlgn="base" hangingPunct="0">
        <a:spcBef>
          <a:spcPct val="0"/>
        </a:spcBef>
        <a:spcAft>
          <a:spcPct val="0"/>
        </a:spcAft>
        <a:defRPr sz="4400">
          <a:solidFill>
            <a:schemeClr val="bg1"/>
          </a:solidFill>
          <a:latin typeface="Georgia" pitchFamily="18" charset="0"/>
        </a:defRPr>
      </a:lvl4pPr>
      <a:lvl5pPr algn="ctr" rtl="0" eaLnBrk="0" fontAlgn="base" hangingPunct="0">
        <a:spcBef>
          <a:spcPct val="0"/>
        </a:spcBef>
        <a:spcAft>
          <a:spcPct val="0"/>
        </a:spcAft>
        <a:defRPr sz="4400">
          <a:solidFill>
            <a:schemeClr val="bg1"/>
          </a:solidFill>
          <a:latin typeface="Georgia" pitchFamily="18" charset="0"/>
        </a:defRPr>
      </a:lvl5pPr>
      <a:lvl6pPr marL="457200" algn="ctr" rtl="0" fontAlgn="base">
        <a:spcBef>
          <a:spcPct val="0"/>
        </a:spcBef>
        <a:spcAft>
          <a:spcPct val="0"/>
        </a:spcAft>
        <a:defRPr sz="4400">
          <a:solidFill>
            <a:schemeClr val="bg1"/>
          </a:solidFill>
          <a:latin typeface="Georgia" pitchFamily="18" charset="0"/>
        </a:defRPr>
      </a:lvl6pPr>
      <a:lvl7pPr marL="914400" algn="ctr" rtl="0" fontAlgn="base">
        <a:spcBef>
          <a:spcPct val="0"/>
        </a:spcBef>
        <a:spcAft>
          <a:spcPct val="0"/>
        </a:spcAft>
        <a:defRPr sz="4400">
          <a:solidFill>
            <a:schemeClr val="bg1"/>
          </a:solidFill>
          <a:latin typeface="Georgia" pitchFamily="18" charset="0"/>
        </a:defRPr>
      </a:lvl7pPr>
      <a:lvl8pPr marL="1371600" algn="ctr" rtl="0" fontAlgn="base">
        <a:spcBef>
          <a:spcPct val="0"/>
        </a:spcBef>
        <a:spcAft>
          <a:spcPct val="0"/>
        </a:spcAft>
        <a:defRPr sz="4400">
          <a:solidFill>
            <a:schemeClr val="bg1"/>
          </a:solidFill>
          <a:latin typeface="Georgia" pitchFamily="18" charset="0"/>
        </a:defRPr>
      </a:lvl8pPr>
      <a:lvl9pPr marL="1828800" algn="ctr" rtl="0" fontAlgn="base">
        <a:spcBef>
          <a:spcPct val="0"/>
        </a:spcBef>
        <a:spcAft>
          <a:spcPct val="0"/>
        </a:spcAft>
        <a:defRPr sz="4400">
          <a:solidFill>
            <a:schemeClr val="bg1"/>
          </a:solidFill>
          <a:latin typeface="Georgia"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9207" r:id="rId1"/>
    <p:sldLayoutId id="2147489208" r:id="rId2"/>
    <p:sldLayoutId id="2147489209" r:id="rId3"/>
    <p:sldLayoutId id="2147489210" r:id="rId4"/>
    <p:sldLayoutId id="2147489211" r:id="rId5"/>
    <p:sldLayoutId id="2147489212" r:id="rId6"/>
    <p:sldLayoutId id="2147489213" r:id="rId7"/>
    <p:sldLayoutId id="2147489214" r:id="rId8"/>
    <p:sldLayoutId id="2147489215" r:id="rId9"/>
    <p:sldLayoutId id="2147489216" r:id="rId10"/>
    <p:sldLayoutId id="2147489217"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Picture 20" descr="screenedleaf">
            <a:extLst>
              <a:ext uri="{FF2B5EF4-FFF2-40B4-BE49-F238E27FC236}">
                <a16:creationId xmlns:a16="http://schemas.microsoft.com/office/drawing/2014/main" id="{0A42C202-E316-4418-B4F1-EBCFEFE9BFE9}"/>
              </a:ext>
            </a:extLst>
          </p:cNvPr>
          <p:cNvPicPr>
            <a:picLocks noChangeAspect="1" noChangeArrowheads="1"/>
          </p:cNvPicPr>
          <p:nvPr/>
        </p:nvPicPr>
        <p:blipFill>
          <a:blip r:embed="rId14">
            <a:lum bright="4000"/>
            <a:extLst>
              <a:ext uri="{28A0092B-C50C-407E-A947-70E740481C1C}">
                <a14:useLocalDpi xmlns:a14="http://schemas.microsoft.com/office/drawing/2010/main" val="0"/>
              </a:ext>
            </a:extLst>
          </a:blip>
          <a:srcRect/>
          <a:stretch>
            <a:fillRect/>
          </a:stretch>
        </p:blipFill>
        <p:spPr bwMode="auto">
          <a:xfrm>
            <a:off x="3048000" y="1600200"/>
            <a:ext cx="6356350" cy="452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10">
            <a:extLst>
              <a:ext uri="{FF2B5EF4-FFF2-40B4-BE49-F238E27FC236}">
                <a16:creationId xmlns:a16="http://schemas.microsoft.com/office/drawing/2014/main" id="{3CAA8325-1713-414A-8BAD-F56105AEA95C}"/>
              </a:ext>
            </a:extLst>
          </p:cNvPr>
          <p:cNvSpPr>
            <a:spLocks noChangeArrowheads="1"/>
          </p:cNvSpPr>
          <p:nvPr/>
        </p:nvSpPr>
        <p:spPr bwMode="auto">
          <a:xfrm>
            <a:off x="0" y="6248400"/>
            <a:ext cx="12192000" cy="609600"/>
          </a:xfrm>
          <a:prstGeom prst="rect">
            <a:avLst/>
          </a:prstGeom>
          <a:solidFill>
            <a:srgbClr val="817C00"/>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solidFill>
                <a:srgbClr val="000000"/>
              </a:solidFill>
            </a:endParaRPr>
          </a:p>
        </p:txBody>
      </p:sp>
      <p:sp>
        <p:nvSpPr>
          <p:cNvPr id="5124" name="Rectangle 8">
            <a:extLst>
              <a:ext uri="{FF2B5EF4-FFF2-40B4-BE49-F238E27FC236}">
                <a16:creationId xmlns:a16="http://schemas.microsoft.com/office/drawing/2014/main" id="{9E8D6EFA-3645-4076-84B6-14B25E7F8456}"/>
              </a:ext>
            </a:extLst>
          </p:cNvPr>
          <p:cNvSpPr>
            <a:spLocks noChangeArrowheads="1"/>
          </p:cNvSpPr>
          <p:nvPr/>
        </p:nvSpPr>
        <p:spPr bwMode="auto">
          <a:xfrm>
            <a:off x="0" y="0"/>
            <a:ext cx="12192000" cy="1096963"/>
          </a:xfrm>
          <a:prstGeom prst="rect">
            <a:avLst/>
          </a:prstGeom>
          <a:solidFill>
            <a:srgbClr val="817C00"/>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solidFill>
                <a:srgbClr val="000000"/>
              </a:solidFill>
            </a:endParaRPr>
          </a:p>
        </p:txBody>
      </p:sp>
      <p:sp>
        <p:nvSpPr>
          <p:cNvPr id="5125" name="Rectangle 2">
            <a:extLst>
              <a:ext uri="{FF2B5EF4-FFF2-40B4-BE49-F238E27FC236}">
                <a16:creationId xmlns:a16="http://schemas.microsoft.com/office/drawing/2014/main" id="{4483D080-A466-41DD-BA5C-76A3EBA68BEE}"/>
              </a:ext>
            </a:extLst>
          </p:cNvPr>
          <p:cNvSpPr>
            <a:spLocks noGrp="1" noChangeArrowheads="1"/>
          </p:cNvSpPr>
          <p:nvPr>
            <p:ph type="title"/>
          </p:nvPr>
        </p:nvSpPr>
        <p:spPr bwMode="auto">
          <a:xfrm>
            <a:off x="609600" y="0"/>
            <a:ext cx="10972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Text Box 15">
            <a:extLst>
              <a:ext uri="{FF2B5EF4-FFF2-40B4-BE49-F238E27FC236}">
                <a16:creationId xmlns:a16="http://schemas.microsoft.com/office/drawing/2014/main" id="{1515223F-E85F-46AB-8B24-23D2F7AE76E0}"/>
              </a:ext>
            </a:extLst>
          </p:cNvPr>
          <p:cNvSpPr txBox="1">
            <a:spLocks noChangeArrowheads="1"/>
          </p:cNvSpPr>
          <p:nvPr/>
        </p:nvSpPr>
        <p:spPr bwMode="auto">
          <a:xfrm>
            <a:off x="0" y="6251575"/>
            <a:ext cx="12192000" cy="600075"/>
          </a:xfrm>
          <a:prstGeom prst="rect">
            <a:avLst/>
          </a:prstGeom>
          <a:noFill/>
          <a:ln>
            <a:noFill/>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defRPr/>
            </a:pPr>
            <a:r>
              <a:rPr lang="en-US" b="1">
                <a:solidFill>
                  <a:srgbClr val="FFFFFF"/>
                </a:solidFill>
                <a:latin typeface="Trajan Pro" pitchFamily="18" charset="0"/>
              </a:rPr>
              <a:t>Department of Natural Resources</a:t>
            </a:r>
            <a:br>
              <a:rPr lang="en-US" b="1">
                <a:solidFill>
                  <a:srgbClr val="FFFFFF"/>
                </a:solidFill>
                <a:latin typeface="Trajan Pro" pitchFamily="18" charset="0"/>
              </a:rPr>
            </a:br>
            <a:r>
              <a:rPr lang="en-US" sz="1500">
                <a:solidFill>
                  <a:srgbClr val="FFFFFF"/>
                </a:solidFill>
                <a:latin typeface="Trajan Pro" pitchFamily="18" charset="0"/>
              </a:rPr>
              <a:t>Parks, Recreation and Historic Sites Division</a:t>
            </a:r>
          </a:p>
        </p:txBody>
      </p:sp>
      <p:sp>
        <p:nvSpPr>
          <p:cNvPr id="5127" name="Line 17">
            <a:extLst>
              <a:ext uri="{FF2B5EF4-FFF2-40B4-BE49-F238E27FC236}">
                <a16:creationId xmlns:a16="http://schemas.microsoft.com/office/drawing/2014/main" id="{F6539542-AE77-42C0-A705-0213C3C78F70}"/>
              </a:ext>
            </a:extLst>
          </p:cNvPr>
          <p:cNvSpPr>
            <a:spLocks noChangeShapeType="1"/>
          </p:cNvSpPr>
          <p:nvPr/>
        </p:nvSpPr>
        <p:spPr bwMode="auto">
          <a:xfrm>
            <a:off x="0" y="6248400"/>
            <a:ext cx="12192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9231" r:id="rId1"/>
    <p:sldLayoutId id="2147489218" r:id="rId2"/>
    <p:sldLayoutId id="2147489219" r:id="rId3"/>
    <p:sldLayoutId id="2147489220" r:id="rId4"/>
    <p:sldLayoutId id="2147489221" r:id="rId5"/>
    <p:sldLayoutId id="2147489222" r:id="rId6"/>
    <p:sldLayoutId id="2147489223" r:id="rId7"/>
    <p:sldLayoutId id="2147489224" r:id="rId8"/>
    <p:sldLayoutId id="2147489225" r:id="rId9"/>
    <p:sldLayoutId id="2147489226" r:id="rId10"/>
    <p:sldLayoutId id="2147489227" r:id="rId11"/>
    <p:sldLayoutId id="2147489228" r:id="rId12"/>
  </p:sldLayoutIdLst>
  <p:txStyles>
    <p:titleStyle>
      <a:lvl1pPr algn="ctr" rtl="0" eaLnBrk="0" fontAlgn="base" hangingPunct="0">
        <a:spcBef>
          <a:spcPct val="0"/>
        </a:spcBef>
        <a:spcAft>
          <a:spcPct val="0"/>
        </a:spcAft>
        <a:defRPr sz="4400">
          <a:solidFill>
            <a:schemeClr val="bg1"/>
          </a:solidFill>
          <a:latin typeface="Georgia" pitchFamily="18" charset="0"/>
          <a:ea typeface="+mj-ea"/>
          <a:cs typeface="+mj-cs"/>
        </a:defRPr>
      </a:lvl1pPr>
      <a:lvl2pPr algn="ctr" rtl="0" eaLnBrk="0" fontAlgn="base" hangingPunct="0">
        <a:spcBef>
          <a:spcPct val="0"/>
        </a:spcBef>
        <a:spcAft>
          <a:spcPct val="0"/>
        </a:spcAft>
        <a:defRPr sz="4400">
          <a:solidFill>
            <a:schemeClr val="bg1"/>
          </a:solidFill>
          <a:latin typeface="Georgia" pitchFamily="18" charset="0"/>
        </a:defRPr>
      </a:lvl2pPr>
      <a:lvl3pPr algn="ctr" rtl="0" eaLnBrk="0" fontAlgn="base" hangingPunct="0">
        <a:spcBef>
          <a:spcPct val="0"/>
        </a:spcBef>
        <a:spcAft>
          <a:spcPct val="0"/>
        </a:spcAft>
        <a:defRPr sz="4400">
          <a:solidFill>
            <a:schemeClr val="bg1"/>
          </a:solidFill>
          <a:latin typeface="Georgia" pitchFamily="18" charset="0"/>
        </a:defRPr>
      </a:lvl3pPr>
      <a:lvl4pPr algn="ctr" rtl="0" eaLnBrk="0" fontAlgn="base" hangingPunct="0">
        <a:spcBef>
          <a:spcPct val="0"/>
        </a:spcBef>
        <a:spcAft>
          <a:spcPct val="0"/>
        </a:spcAft>
        <a:defRPr sz="4400">
          <a:solidFill>
            <a:schemeClr val="bg1"/>
          </a:solidFill>
          <a:latin typeface="Georgia" pitchFamily="18" charset="0"/>
        </a:defRPr>
      </a:lvl4pPr>
      <a:lvl5pPr algn="ctr" rtl="0" eaLnBrk="0" fontAlgn="base" hangingPunct="0">
        <a:spcBef>
          <a:spcPct val="0"/>
        </a:spcBef>
        <a:spcAft>
          <a:spcPct val="0"/>
        </a:spcAft>
        <a:defRPr sz="4400">
          <a:solidFill>
            <a:schemeClr val="bg1"/>
          </a:solidFill>
          <a:latin typeface="Georgia" pitchFamily="18"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lr>
          <a:srgbClr val="77933C"/>
        </a:buClr>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rgbClr val="77933C"/>
        </a:buClr>
        <a:buFont typeface="Wingdings" panose="05000000000000000000" pitchFamily="2" charset="2"/>
        <a:buChar char="§"/>
        <a:defRPr sz="2800" b="1">
          <a:solidFill>
            <a:schemeClr val="tx1"/>
          </a:solidFill>
          <a:latin typeface="+mn-lt"/>
        </a:defRPr>
      </a:lvl2pPr>
      <a:lvl3pPr marL="1143000" indent="-228600" algn="l" rtl="0" eaLnBrk="0" fontAlgn="base" hangingPunct="0">
        <a:spcBef>
          <a:spcPct val="20000"/>
        </a:spcBef>
        <a:spcAft>
          <a:spcPct val="0"/>
        </a:spcAft>
        <a:buClr>
          <a:srgbClr val="77933C"/>
        </a:buClr>
        <a:buChar char="o"/>
        <a:defRPr sz="2400" b="1">
          <a:solidFill>
            <a:schemeClr val="tx1"/>
          </a:solidFill>
          <a:latin typeface="+mn-lt"/>
        </a:defRPr>
      </a:lvl3pPr>
      <a:lvl4pPr marL="1600200" indent="-228600" algn="l" rtl="0" eaLnBrk="0" fontAlgn="base" hangingPunct="0">
        <a:spcBef>
          <a:spcPct val="20000"/>
        </a:spcBef>
        <a:spcAft>
          <a:spcPct val="0"/>
        </a:spcAft>
        <a:buClr>
          <a:srgbClr val="77933C"/>
        </a:buClr>
        <a:buFont typeface="Arial" panose="020B0604020202020204" pitchFamily="34" charset="0"/>
        <a:buChar char="–"/>
        <a:defRPr sz="2000" b="1">
          <a:solidFill>
            <a:schemeClr val="tx1"/>
          </a:solidFill>
          <a:latin typeface="+mn-lt"/>
        </a:defRPr>
      </a:lvl4pPr>
      <a:lvl5pPr marL="2057400" indent="-228600" algn="l" rtl="0" eaLnBrk="0" fontAlgn="base" hangingPunct="0">
        <a:spcBef>
          <a:spcPct val="20000"/>
        </a:spcBef>
        <a:spcAft>
          <a:spcPct val="0"/>
        </a:spcAft>
        <a:buClr>
          <a:srgbClr val="77933C"/>
        </a:buClr>
        <a:buChar char="•"/>
        <a:defRPr sz="2000" b="1">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76008-DA36-4870-A98A-F264AF8329D9}"/>
              </a:ext>
            </a:extLst>
          </p:cNvPr>
          <p:cNvSpPr>
            <a:spLocks noGrp="1"/>
          </p:cNvSpPr>
          <p:nvPr>
            <p:ph type="ctrTitle"/>
          </p:nvPr>
        </p:nvSpPr>
        <p:spPr>
          <a:xfrm>
            <a:off x="1066800" y="2174875"/>
            <a:ext cx="10287000" cy="757238"/>
          </a:xfrm>
        </p:spPr>
        <p:txBody>
          <a:bodyPr>
            <a:normAutofit fontScale="90000"/>
          </a:bodyPr>
          <a:lstStyle/>
          <a:p>
            <a:pPr>
              <a:defRPr/>
            </a:pPr>
            <a:r>
              <a:rPr lang="en-US" dirty="0"/>
              <a:t>Reorganizing the Team for Efficiency </a:t>
            </a:r>
          </a:p>
        </p:txBody>
      </p:sp>
      <p:sp>
        <p:nvSpPr>
          <p:cNvPr id="3" name="Subtitle 2">
            <a:extLst>
              <a:ext uri="{FF2B5EF4-FFF2-40B4-BE49-F238E27FC236}">
                <a16:creationId xmlns:a16="http://schemas.microsoft.com/office/drawing/2014/main" id="{3978436C-0AC7-4284-AA7F-7E1E209D77BA}"/>
              </a:ext>
            </a:extLst>
          </p:cNvPr>
          <p:cNvSpPr>
            <a:spLocks noGrp="1"/>
          </p:cNvSpPr>
          <p:nvPr>
            <p:ph type="subTitle" idx="1"/>
          </p:nvPr>
        </p:nvSpPr>
        <p:spPr>
          <a:xfrm>
            <a:off x="381000" y="6019800"/>
            <a:ext cx="11582400" cy="552450"/>
          </a:xfrm>
        </p:spPr>
        <p:txBody>
          <a:bodyPr>
            <a:normAutofit/>
          </a:bodyPr>
          <a:lstStyle/>
          <a:p>
            <a:pPr algn="l">
              <a:defRPr/>
            </a:pPr>
            <a:r>
              <a:rPr lang="en-US" dirty="0"/>
              <a:t>August 18, 2020                                                                          Jeff Cown, Director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4">
            <a:extLst>
              <a:ext uri="{FF2B5EF4-FFF2-40B4-BE49-F238E27FC236}">
                <a16:creationId xmlns:a16="http://schemas.microsoft.com/office/drawing/2014/main" id="{FB9A7C19-405A-4A4C-AA32-B21407C8B4EC}"/>
              </a:ext>
            </a:extLst>
          </p:cNvPr>
          <p:cNvSpPr>
            <a:spLocks noGrp="1" noChangeArrowheads="1"/>
          </p:cNvSpPr>
          <p:nvPr>
            <p:ph idx="1"/>
          </p:nvPr>
        </p:nvSpPr>
        <p:spPr bwMode="auto">
          <a:xfrm>
            <a:off x="533401" y="1303338"/>
            <a:ext cx="11201400"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indent="0">
              <a:lnSpc>
                <a:spcPct val="115000"/>
              </a:lnSpc>
              <a:spcBef>
                <a:spcPts val="0"/>
              </a:spcBef>
              <a:spcAft>
                <a:spcPts val="1000"/>
              </a:spcAft>
              <a:buNone/>
            </a:pPr>
            <a:r>
              <a:rPr lang="en-US" sz="2400" b="0" dirty="0">
                <a:solidFill>
                  <a:srgbClr val="000000"/>
                </a:solidFill>
                <a:latin typeface="Calibri" panose="020F0502020204030204" pitchFamily="34" charset="0"/>
                <a:ea typeface="Calibri" panose="020F0502020204030204" pitchFamily="34" charset="0"/>
                <a:cs typeface="Times New Roman" panose="02020603050405020304" pitchFamily="18" charset="0"/>
              </a:rPr>
              <a:t>G</a:t>
            </a:r>
            <a:r>
              <a:rPr lang="en-US" sz="2400" b="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oals of this restructure are to:</a:t>
            </a:r>
            <a:endParaRPr lang="en-US" sz="2400" b="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2400" b="0" dirty="0">
                <a:solidFill>
                  <a:srgbClr val="000000"/>
                </a:solidFill>
                <a:effectLst/>
                <a:latin typeface="Calibri" panose="020F0502020204030204" pitchFamily="34" charset="0"/>
                <a:ea typeface="Calibri" panose="020F0502020204030204" pitchFamily="34" charset="0"/>
                <a:cs typeface="Symbol" panose="05050102010706020507" pitchFamily="18" charset="2"/>
              </a:rPr>
              <a:t>Establish the same region boundaries to bring further consistency within the Department’s Law Enforcement, Wildlife Resources and Parks Divisions</a:t>
            </a:r>
          </a:p>
          <a:p>
            <a:pPr marL="342900" marR="0" lvl="0" indent="-342900">
              <a:lnSpc>
                <a:spcPct val="115000"/>
              </a:lnSpc>
              <a:spcBef>
                <a:spcPts val="0"/>
              </a:spcBef>
              <a:spcAft>
                <a:spcPts val="0"/>
              </a:spcAft>
              <a:buFont typeface="Symbol" panose="05050102010706020507" pitchFamily="18" charset="2"/>
              <a:buChar char=""/>
            </a:pPr>
            <a:endParaRPr lang="en-US" sz="500" b="0" dirty="0">
              <a:solidFill>
                <a:srgbClr val="000000"/>
              </a:solidFill>
              <a:effectLst/>
              <a:latin typeface="Calibri" panose="020F0502020204030204" pitchFamily="34" charset="0"/>
              <a:ea typeface="Calibri" panose="020F0502020204030204" pitchFamily="34" charset="0"/>
              <a:cs typeface="Symbol" panose="05050102010706020507" pitchFamily="18" charset="2"/>
            </a:endParaRPr>
          </a:p>
          <a:p>
            <a:pPr marL="342900" marR="0" lvl="0" indent="-342900">
              <a:lnSpc>
                <a:spcPct val="115000"/>
              </a:lnSpc>
              <a:spcBef>
                <a:spcPts val="0"/>
              </a:spcBef>
              <a:spcAft>
                <a:spcPts val="0"/>
              </a:spcAft>
              <a:buFont typeface="Symbol" panose="05050102010706020507" pitchFamily="18" charset="2"/>
              <a:buChar char=""/>
            </a:pPr>
            <a:r>
              <a:rPr lang="en-US" sz="2400" b="0" dirty="0">
                <a:solidFill>
                  <a:srgbClr val="000000"/>
                </a:solidFill>
                <a:effectLst/>
                <a:latin typeface="Calibri" panose="020F0502020204030204" pitchFamily="34" charset="0"/>
                <a:ea typeface="Calibri" panose="020F0502020204030204" pitchFamily="34" charset="0"/>
                <a:cs typeface="Symbol" panose="05050102010706020507" pitchFamily="18" charset="2"/>
              </a:rPr>
              <a:t>Streamline services for higher efficiency</a:t>
            </a:r>
          </a:p>
          <a:p>
            <a:pPr marL="342900" marR="0" lvl="0" indent="-342900">
              <a:lnSpc>
                <a:spcPct val="115000"/>
              </a:lnSpc>
              <a:spcBef>
                <a:spcPts val="0"/>
              </a:spcBef>
              <a:spcAft>
                <a:spcPts val="0"/>
              </a:spcAft>
              <a:buFont typeface="Symbol" panose="05050102010706020507" pitchFamily="18" charset="2"/>
              <a:buChar char=""/>
            </a:pPr>
            <a:endParaRPr lang="en-US" sz="500" b="0" dirty="0">
              <a:solidFill>
                <a:srgbClr val="000000"/>
              </a:solidFill>
              <a:effectLst/>
              <a:latin typeface="Calibri" panose="020F0502020204030204" pitchFamily="34" charset="0"/>
              <a:ea typeface="Calibri" panose="020F0502020204030204" pitchFamily="34" charset="0"/>
              <a:cs typeface="Symbol" panose="05050102010706020507" pitchFamily="18" charset="2"/>
            </a:endParaRPr>
          </a:p>
          <a:p>
            <a:pPr marL="342900" marR="0" lvl="0" indent="-342900">
              <a:lnSpc>
                <a:spcPct val="115000"/>
              </a:lnSpc>
              <a:spcBef>
                <a:spcPts val="0"/>
              </a:spcBef>
              <a:spcAft>
                <a:spcPts val="0"/>
              </a:spcAft>
              <a:buFont typeface="Symbol" panose="05050102010706020507" pitchFamily="18" charset="2"/>
              <a:buChar char=""/>
            </a:pPr>
            <a:r>
              <a:rPr lang="en-US" sz="2400" b="0" dirty="0">
                <a:solidFill>
                  <a:srgbClr val="000000"/>
                </a:solidFill>
                <a:effectLst/>
                <a:latin typeface="Calibri" panose="020F0502020204030204" pitchFamily="34" charset="0"/>
                <a:ea typeface="Calibri" panose="020F0502020204030204" pitchFamily="34" charset="0"/>
                <a:cs typeface="Symbol" panose="05050102010706020507" pitchFamily="18" charset="2"/>
              </a:rPr>
              <a:t>Reduced duplication of services</a:t>
            </a:r>
          </a:p>
          <a:p>
            <a:pPr marL="342900" marR="0" lvl="0" indent="-342900">
              <a:lnSpc>
                <a:spcPct val="115000"/>
              </a:lnSpc>
              <a:spcBef>
                <a:spcPts val="0"/>
              </a:spcBef>
              <a:spcAft>
                <a:spcPts val="0"/>
              </a:spcAft>
              <a:buFont typeface="Symbol" panose="05050102010706020507" pitchFamily="18" charset="2"/>
              <a:buChar char=""/>
            </a:pPr>
            <a:endParaRPr lang="en-US" sz="500" b="0" dirty="0">
              <a:solidFill>
                <a:srgbClr val="000000"/>
              </a:solidFill>
              <a:effectLst/>
              <a:latin typeface="Calibri" panose="020F0502020204030204" pitchFamily="34" charset="0"/>
              <a:ea typeface="Calibri" panose="020F0502020204030204" pitchFamily="34" charset="0"/>
              <a:cs typeface="Symbol" panose="05050102010706020507" pitchFamily="18" charset="2"/>
            </a:endParaRPr>
          </a:p>
          <a:p>
            <a:pPr marL="342900" marR="0" lvl="0" indent="-342900">
              <a:lnSpc>
                <a:spcPct val="115000"/>
              </a:lnSpc>
              <a:spcBef>
                <a:spcPts val="0"/>
              </a:spcBef>
              <a:spcAft>
                <a:spcPts val="0"/>
              </a:spcAft>
              <a:buFont typeface="Symbol" panose="05050102010706020507" pitchFamily="18" charset="2"/>
              <a:buChar char=""/>
            </a:pPr>
            <a:r>
              <a:rPr lang="en-US" sz="2400" b="0" dirty="0">
                <a:solidFill>
                  <a:srgbClr val="000000"/>
                </a:solidFill>
                <a:effectLst/>
                <a:latin typeface="Calibri" panose="020F0502020204030204" pitchFamily="34" charset="0"/>
                <a:ea typeface="Calibri" panose="020F0502020204030204" pitchFamily="34" charset="0"/>
                <a:cs typeface="Symbol" panose="05050102010706020507" pitchFamily="18" charset="2"/>
              </a:rPr>
              <a:t>Improve span of control for headquarters and region level supervisors</a:t>
            </a:r>
          </a:p>
          <a:p>
            <a:pPr>
              <a:buClrTx/>
            </a:pPr>
            <a:endParaRPr lang="en-US" altLang="en-US" sz="2400" b="0" dirty="0"/>
          </a:p>
        </p:txBody>
      </p:sp>
      <p:sp>
        <p:nvSpPr>
          <p:cNvPr id="17414" name="Title 1">
            <a:extLst>
              <a:ext uri="{FF2B5EF4-FFF2-40B4-BE49-F238E27FC236}">
                <a16:creationId xmlns:a16="http://schemas.microsoft.com/office/drawing/2014/main" id="{BDA295A8-6B7A-4552-89FF-49F1A82F9CBA}"/>
              </a:ext>
            </a:extLst>
          </p:cNvPr>
          <p:cNvSpPr>
            <a:spLocks noGrp="1" noChangeArrowheads="1"/>
          </p:cNvSpPr>
          <p:nvPr>
            <p:ph type="title"/>
          </p:nvPr>
        </p:nvSpPr>
        <p:spPr/>
        <p:txBody>
          <a:bodyPr/>
          <a:lstStyle/>
          <a:p>
            <a:r>
              <a:rPr lang="en-US" altLang="en-US" dirty="0"/>
              <a:t>Reorganization Goals</a:t>
            </a:r>
          </a:p>
        </p:txBody>
      </p:sp>
    </p:spTree>
    <p:extLst>
      <p:ext uri="{BB962C8B-B14F-4D97-AF65-F5344CB8AC3E}">
        <p14:creationId xmlns:p14="http://schemas.microsoft.com/office/powerpoint/2010/main" val="2431034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4">
            <a:extLst>
              <a:ext uri="{FF2B5EF4-FFF2-40B4-BE49-F238E27FC236}">
                <a16:creationId xmlns:a16="http://schemas.microsoft.com/office/drawing/2014/main" id="{FB9A7C19-405A-4A4C-AA32-B21407C8B4EC}"/>
              </a:ext>
            </a:extLst>
          </p:cNvPr>
          <p:cNvSpPr>
            <a:spLocks noGrp="1" noChangeArrowheads="1"/>
          </p:cNvSpPr>
          <p:nvPr>
            <p:ph idx="1"/>
          </p:nvPr>
        </p:nvSpPr>
        <p:spPr bwMode="auto">
          <a:xfrm>
            <a:off x="533401" y="1303338"/>
            <a:ext cx="11201400"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ClrTx/>
              <a:buNone/>
            </a:pPr>
            <a:r>
              <a:rPr lang="en-US" altLang="en-US" sz="2400" b="0" dirty="0"/>
              <a:t>New Organization Charts Coming Soon, effective October 1</a:t>
            </a:r>
            <a:r>
              <a:rPr lang="en-US" altLang="en-US" sz="2400" b="0" baseline="30000" dirty="0"/>
              <a:t>st</a:t>
            </a:r>
            <a:endParaRPr lang="en-US" altLang="en-US" sz="2400" b="0" dirty="0"/>
          </a:p>
          <a:p>
            <a:pPr marL="0" indent="0">
              <a:buClrTx/>
              <a:buNone/>
            </a:pPr>
            <a:endParaRPr lang="en-US" altLang="en-US" sz="2400" b="0" dirty="0"/>
          </a:p>
          <a:p>
            <a:pPr>
              <a:buClrTx/>
            </a:pPr>
            <a:r>
              <a:rPr lang="en-US" altLang="en-US" sz="2400" b="0" dirty="0"/>
              <a:t>Administrative changes to blend the former HPD Staff and PRHS Staff</a:t>
            </a:r>
          </a:p>
          <a:p>
            <a:pPr>
              <a:buClrTx/>
            </a:pPr>
            <a:endParaRPr lang="en-US" altLang="en-US" sz="500" b="0" dirty="0"/>
          </a:p>
          <a:p>
            <a:pPr>
              <a:buClrTx/>
            </a:pPr>
            <a:endParaRPr lang="en-US" altLang="en-US" sz="500" b="0" dirty="0"/>
          </a:p>
          <a:p>
            <a:pPr>
              <a:buClrTx/>
            </a:pPr>
            <a:r>
              <a:rPr lang="en-US" altLang="en-US" sz="2400" b="0" dirty="0"/>
              <a:t>Eliminate duplication of effort and ensure we function at the highest level of efficiency, while also addressing span of control for supervisors</a:t>
            </a:r>
          </a:p>
          <a:p>
            <a:pPr>
              <a:buClrTx/>
            </a:pPr>
            <a:endParaRPr lang="en-US" altLang="en-US" sz="500" b="0" dirty="0"/>
          </a:p>
          <a:p>
            <a:pPr>
              <a:buClrTx/>
            </a:pPr>
            <a:endParaRPr lang="en-US" altLang="en-US" sz="500" b="0" dirty="0"/>
          </a:p>
          <a:p>
            <a:pPr>
              <a:buClrTx/>
            </a:pPr>
            <a:r>
              <a:rPr lang="en-US" altLang="en-US" sz="2400" b="0" dirty="0"/>
              <a:t>Supervisors will hold meetings with newly assigned Staff</a:t>
            </a:r>
          </a:p>
          <a:p>
            <a:pPr marL="0" indent="0">
              <a:buClrTx/>
              <a:buNone/>
            </a:pPr>
            <a:endParaRPr lang="en-US" altLang="en-US" sz="2400" b="0" dirty="0"/>
          </a:p>
          <a:p>
            <a:pPr marL="0" indent="0">
              <a:buClrTx/>
              <a:buNone/>
            </a:pPr>
            <a:endParaRPr lang="en-US" altLang="en-US" sz="2400" b="0" dirty="0"/>
          </a:p>
          <a:p>
            <a:pPr marL="0" indent="0">
              <a:buClrTx/>
              <a:buNone/>
            </a:pPr>
            <a:endParaRPr lang="en-US" altLang="en-US" sz="2400" b="0" dirty="0"/>
          </a:p>
          <a:p>
            <a:pPr>
              <a:buClrTx/>
            </a:pPr>
            <a:endParaRPr lang="en-US" altLang="en-US" sz="2400" b="0" dirty="0"/>
          </a:p>
          <a:p>
            <a:pPr marL="0" indent="0">
              <a:buClrTx/>
              <a:buNone/>
            </a:pPr>
            <a:endParaRPr lang="en-US" altLang="en-US" sz="2400" b="0" dirty="0"/>
          </a:p>
          <a:p>
            <a:pPr>
              <a:buClrTx/>
            </a:pPr>
            <a:endParaRPr lang="en-US" altLang="en-US" sz="2400" b="0" dirty="0"/>
          </a:p>
        </p:txBody>
      </p:sp>
      <p:sp>
        <p:nvSpPr>
          <p:cNvPr id="17414" name="Title 1">
            <a:extLst>
              <a:ext uri="{FF2B5EF4-FFF2-40B4-BE49-F238E27FC236}">
                <a16:creationId xmlns:a16="http://schemas.microsoft.com/office/drawing/2014/main" id="{BDA295A8-6B7A-4552-89FF-49F1A82F9CBA}"/>
              </a:ext>
            </a:extLst>
          </p:cNvPr>
          <p:cNvSpPr>
            <a:spLocks noGrp="1" noChangeArrowheads="1"/>
          </p:cNvSpPr>
          <p:nvPr>
            <p:ph type="title"/>
          </p:nvPr>
        </p:nvSpPr>
        <p:spPr/>
        <p:txBody>
          <a:bodyPr/>
          <a:lstStyle/>
          <a:p>
            <a:r>
              <a:rPr lang="en-US" altLang="en-US" dirty="0"/>
              <a:t>HQ Changes</a:t>
            </a:r>
          </a:p>
        </p:txBody>
      </p:sp>
    </p:spTree>
    <p:extLst>
      <p:ext uri="{BB962C8B-B14F-4D97-AF65-F5344CB8AC3E}">
        <p14:creationId xmlns:p14="http://schemas.microsoft.com/office/powerpoint/2010/main" val="4236514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4">
            <a:extLst>
              <a:ext uri="{FF2B5EF4-FFF2-40B4-BE49-F238E27FC236}">
                <a16:creationId xmlns:a16="http://schemas.microsoft.com/office/drawing/2014/main" id="{FB9A7C19-405A-4A4C-AA32-B21407C8B4EC}"/>
              </a:ext>
            </a:extLst>
          </p:cNvPr>
          <p:cNvSpPr>
            <a:spLocks noGrp="1" noChangeArrowheads="1"/>
          </p:cNvSpPr>
          <p:nvPr>
            <p:ph idx="1"/>
          </p:nvPr>
        </p:nvSpPr>
        <p:spPr bwMode="auto">
          <a:xfrm>
            <a:off x="381000" y="1066800"/>
            <a:ext cx="11353801" cy="5181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ClrTx/>
              <a:buNone/>
            </a:pPr>
            <a:r>
              <a:rPr lang="en-US" altLang="en-US" sz="2400" b="0" dirty="0"/>
              <a:t>New Organization Charts Coming Soon, tentatively effective October 1</a:t>
            </a:r>
            <a:r>
              <a:rPr lang="en-US" altLang="en-US" sz="2400" b="0" baseline="30000" dirty="0"/>
              <a:t>st</a:t>
            </a:r>
          </a:p>
          <a:p>
            <a:pPr marL="0" indent="0">
              <a:buClrTx/>
              <a:buNone/>
            </a:pPr>
            <a:r>
              <a:rPr lang="en-US" altLang="en-US" sz="2400" b="0" dirty="0"/>
              <a:t>Advertise &amp; Fill Operations Chief’s position </a:t>
            </a:r>
          </a:p>
          <a:p>
            <a:pPr marL="0" indent="0">
              <a:buClrTx/>
              <a:buNone/>
            </a:pPr>
            <a:r>
              <a:rPr lang="en-US" altLang="en-US" sz="2400" b="0" dirty="0"/>
              <a:t>Phase 1  FY21 – Region Management</a:t>
            </a:r>
          </a:p>
          <a:p>
            <a:pPr lvl="1">
              <a:buClrTx/>
            </a:pPr>
            <a:r>
              <a:rPr lang="en-US" altLang="en-US" sz="2400" b="0" dirty="0"/>
              <a:t>Management </a:t>
            </a:r>
            <a:r>
              <a:rPr lang="en-US" altLang="en-US" sz="2200" b="0" dirty="0"/>
              <a:t>changes include Region Management supervision of Park and Historic Site Managers and their respective park or historic site</a:t>
            </a:r>
          </a:p>
          <a:p>
            <a:pPr lvl="1">
              <a:buClrTx/>
            </a:pPr>
            <a:r>
              <a:rPr lang="en-US" altLang="en-US" sz="2200" b="0" dirty="0"/>
              <a:t>Direct supervision of the AOM’s during FY21 will remain with the current supervisor</a:t>
            </a:r>
          </a:p>
          <a:p>
            <a:pPr marL="0" indent="0">
              <a:buClrTx/>
              <a:buNone/>
            </a:pPr>
            <a:r>
              <a:rPr lang="en-US" altLang="en-US" sz="2400" b="0" dirty="0"/>
              <a:t>Phase 1  FY21 – Region Administration</a:t>
            </a:r>
          </a:p>
          <a:p>
            <a:pPr lvl="1">
              <a:buClrTx/>
            </a:pPr>
            <a:r>
              <a:rPr lang="en-US" altLang="en-US" sz="2200" b="0" dirty="0"/>
              <a:t>Regional administrative changes will occur effective July 1, 2021, the start of FY22.</a:t>
            </a:r>
          </a:p>
          <a:p>
            <a:pPr lvl="1">
              <a:buClrTx/>
            </a:pPr>
            <a:r>
              <a:rPr lang="en-US" altLang="en-US" sz="2200" b="0" dirty="0"/>
              <a:t>Physical office work locations will be based on current office space available until remodeling, new construction or other opportunities become available </a:t>
            </a:r>
          </a:p>
          <a:p>
            <a:pPr lvl="1">
              <a:buClrTx/>
            </a:pPr>
            <a:r>
              <a:rPr lang="en-US" altLang="en-US" sz="2200" b="0" dirty="0"/>
              <a:t>During FY21, Administrative staff will work within the current region boundaries to support the sites that they currently serve, communicating with the appropriate Region Manager </a:t>
            </a:r>
          </a:p>
          <a:p>
            <a:pPr marL="0" indent="0">
              <a:buClrTx/>
              <a:buNone/>
            </a:pPr>
            <a:endParaRPr lang="en-US" altLang="en-US" sz="2800" b="0" dirty="0"/>
          </a:p>
          <a:p>
            <a:pPr>
              <a:buClrTx/>
            </a:pPr>
            <a:endParaRPr lang="en-US" altLang="en-US" sz="2400" b="0" dirty="0"/>
          </a:p>
          <a:p>
            <a:pPr>
              <a:buClrTx/>
            </a:pPr>
            <a:endParaRPr lang="en-US" altLang="en-US" sz="2400" b="0" dirty="0"/>
          </a:p>
          <a:p>
            <a:pPr marL="0" indent="0">
              <a:buClrTx/>
              <a:buNone/>
            </a:pPr>
            <a:endParaRPr lang="en-US" altLang="en-US" sz="2400" b="0" dirty="0"/>
          </a:p>
          <a:p>
            <a:pPr>
              <a:buClrTx/>
            </a:pPr>
            <a:endParaRPr lang="en-US" altLang="en-US" sz="2400" b="0" dirty="0"/>
          </a:p>
          <a:p>
            <a:pPr marL="0" indent="0">
              <a:buClrTx/>
              <a:buNone/>
            </a:pPr>
            <a:endParaRPr lang="en-US" altLang="en-US" sz="2400" b="0" dirty="0"/>
          </a:p>
          <a:p>
            <a:pPr>
              <a:buClrTx/>
            </a:pPr>
            <a:endParaRPr lang="en-US" altLang="en-US" sz="2400" b="0" dirty="0"/>
          </a:p>
        </p:txBody>
      </p:sp>
      <p:sp>
        <p:nvSpPr>
          <p:cNvPr id="17414" name="Title 1">
            <a:extLst>
              <a:ext uri="{FF2B5EF4-FFF2-40B4-BE49-F238E27FC236}">
                <a16:creationId xmlns:a16="http://schemas.microsoft.com/office/drawing/2014/main" id="{BDA295A8-6B7A-4552-89FF-49F1A82F9CBA}"/>
              </a:ext>
            </a:extLst>
          </p:cNvPr>
          <p:cNvSpPr>
            <a:spLocks noGrp="1" noChangeArrowheads="1"/>
          </p:cNvSpPr>
          <p:nvPr>
            <p:ph type="title"/>
          </p:nvPr>
        </p:nvSpPr>
        <p:spPr/>
        <p:txBody>
          <a:bodyPr/>
          <a:lstStyle/>
          <a:p>
            <a:r>
              <a:rPr lang="en-US" altLang="en-US" dirty="0"/>
              <a:t>Region Changes</a:t>
            </a:r>
          </a:p>
        </p:txBody>
      </p:sp>
    </p:spTree>
    <p:extLst>
      <p:ext uri="{BB962C8B-B14F-4D97-AF65-F5344CB8AC3E}">
        <p14:creationId xmlns:p14="http://schemas.microsoft.com/office/powerpoint/2010/main" val="1509540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98F462-1C1C-4172-A876-AF745798BC0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855236" y="152400"/>
            <a:ext cx="5706893" cy="6705600"/>
          </a:xfrm>
          <a:prstGeom prst="rect">
            <a:avLst/>
          </a:prstGeom>
        </p:spPr>
      </p:pic>
    </p:spTree>
    <p:extLst>
      <p:ext uri="{BB962C8B-B14F-4D97-AF65-F5344CB8AC3E}">
        <p14:creationId xmlns:p14="http://schemas.microsoft.com/office/powerpoint/2010/main" val="1957076273"/>
      </p:ext>
    </p:extLst>
  </p:cSld>
  <p:clrMapOvr>
    <a:masterClrMapping/>
  </p:clrMapOvr>
</p:sld>
</file>

<file path=ppt/theme/theme1.xml><?xml version="1.0" encoding="utf-8"?>
<a:theme xmlns:a="http://schemas.openxmlformats.org/drawingml/2006/main" name="DNR Text Master">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DNR Graph Master">
  <a:themeElements>
    <a:clrScheme name="DNR Graph Maste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NR Graph Master">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NR Graph Maste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NR Graph Maste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NR Graph Maste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NR Graph Maste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NR Graph Maste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NR Graph Maste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NR Graph Maste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NR Graph Maste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NR Graph Maste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NR Graph Maste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NR Graph Maste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NR Graph Maste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Blank Master">
  <a:themeElements>
    <a:clrScheme name="Blank Maste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Mast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ank Maste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Maste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Maste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Maste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Maste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Maste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Maste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Maste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Maste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Maste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Maste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Maste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_DNR Text Master">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25311</TotalTime>
  <Words>419</Words>
  <Application>Microsoft Office PowerPoint</Application>
  <PresentationFormat>Widescreen</PresentationFormat>
  <Paragraphs>54</Paragraphs>
  <Slides>5</Slides>
  <Notes>5</Notes>
  <HiddenSlides>0</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5</vt:i4>
      </vt:variant>
    </vt:vector>
  </HeadingPairs>
  <TitlesOfParts>
    <vt:vector size="18" baseType="lpstr">
      <vt:lpstr>Arial</vt:lpstr>
      <vt:lpstr>Calibri</vt:lpstr>
      <vt:lpstr>Garamond</vt:lpstr>
      <vt:lpstr>Georgia</vt:lpstr>
      <vt:lpstr>Symbol</vt:lpstr>
      <vt:lpstr>Trajan Pro</vt:lpstr>
      <vt:lpstr>Wingdings</vt:lpstr>
      <vt:lpstr>DNR Text Master</vt:lpstr>
      <vt:lpstr>1_Custom Design</vt:lpstr>
      <vt:lpstr>Custom Design</vt:lpstr>
      <vt:lpstr>DNR Graph Master</vt:lpstr>
      <vt:lpstr>Blank Master</vt:lpstr>
      <vt:lpstr>1_DNR Text Master</vt:lpstr>
      <vt:lpstr>Reorganizing the Team for Efficiency </vt:lpstr>
      <vt:lpstr>Reorganization Goals</vt:lpstr>
      <vt:lpstr>HQ Changes</vt:lpstr>
      <vt:lpstr>Region Changes</vt:lpstr>
      <vt:lpstr>PowerPoint Presentation</vt:lpstr>
    </vt:vector>
  </TitlesOfParts>
  <Company>Georgia Department of Natural Resources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Sarah Dearman</dc:creator>
  <cp:lastModifiedBy>Johnson, Angie</cp:lastModifiedBy>
  <cp:revision>557</cp:revision>
  <cp:lastPrinted>2017-01-31T17:30:33Z</cp:lastPrinted>
  <dcterms:created xsi:type="dcterms:W3CDTF">2009-05-01T18:26:04Z</dcterms:created>
  <dcterms:modified xsi:type="dcterms:W3CDTF">2020-08-17T16:25:34Z</dcterms:modified>
</cp:coreProperties>
</file>